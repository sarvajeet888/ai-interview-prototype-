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ac9d3c648348e7" /><Relationship Type="http://schemas.openxmlformats.org/officeDocument/2006/relationships/extended-properties" Target="/docProps/app.xml" Id="Rb67a626dd3884a40" /><Relationship Type="http://schemas.openxmlformats.org/officeDocument/2006/relationships/officeDocument" Target="/ppt/presentation.xml" Id="Rffdf6219891d4293" /></Relationships>
</file>

<file path=ppt/presentation.xml><?xml version="1.0" encoding="utf-8"?>
<p:presentation xmlns:p="http://schemas.openxmlformats.org/presentationml/2006/main">
  <p:sldMasterIdLst>
    <p:sldMasterId xmlns:r="http://schemas.openxmlformats.org/officeDocument/2006/relationships" id="2147483648" r:id="R3782876b00564915"/>
  </p:sldMasterIdLst>
  <p:notesMasterIdLst>
    <p:notesMasterId xmlns:r="http://schemas.openxmlformats.org/officeDocument/2006/relationships" r:id="Rf46111374d614a96"/>
  </p:notesMasterIdLst>
  <p:sldIdLst>
    <p:sldId xmlns:r="http://schemas.openxmlformats.org/officeDocument/2006/relationships" id="256" r:id="Rab54bc5fe7ca4f04"/>
    <p:sldId xmlns:r="http://schemas.openxmlformats.org/officeDocument/2006/relationships" id="257" r:id="Rfb8bc09ee4d74563"/>
    <p:sldId xmlns:r="http://schemas.openxmlformats.org/officeDocument/2006/relationships" id="258" r:id="R76592f8090f74f2e"/>
    <p:sldId xmlns:r="http://schemas.openxmlformats.org/officeDocument/2006/relationships" id="259" r:id="Rd9a6fd86d0644175"/>
    <p:sldId xmlns:r="http://schemas.openxmlformats.org/officeDocument/2006/relationships" id="260" r:id="R0a61690f62bf4e3c"/>
    <p:sldId xmlns:r="http://schemas.openxmlformats.org/officeDocument/2006/relationships" id="261" r:id="R24ef59e4e0e54e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ecc93cee824d7d" /><Relationship Type="http://schemas.openxmlformats.org/officeDocument/2006/relationships/slideMaster" Target="/ppt/slideMasters/slideMaster1.xml" Id="R3782876b00564915" /><Relationship Type="http://schemas.openxmlformats.org/officeDocument/2006/relationships/notesMaster" Target="/ppt/notesMasters/notesMaster1.xml" Id="Rf46111374d614a96" /><Relationship Type="http://schemas.openxmlformats.org/officeDocument/2006/relationships/presProps" Target="/ppt/presProps.xml" Id="R6526a52f607f47fa" /><Relationship Type="http://schemas.openxmlformats.org/officeDocument/2006/relationships/tableStyles" Target="/ppt/tableStyles.xml" Id="R278d1c4ead6e4a10" /><Relationship Type="http://schemas.openxmlformats.org/officeDocument/2006/relationships/slide" Target="/ppt/slides/slide1.xml" Id="Rab54bc5fe7ca4f04" /><Relationship Type="http://schemas.openxmlformats.org/officeDocument/2006/relationships/slide" Target="/ppt/slides/slide2.xml" Id="Rfb8bc09ee4d74563" /><Relationship Type="http://schemas.openxmlformats.org/officeDocument/2006/relationships/slide" Target="/ppt/slides/slide3.xml" Id="R76592f8090f74f2e" /><Relationship Type="http://schemas.openxmlformats.org/officeDocument/2006/relationships/slide" Target="/ppt/slides/slide4.xml" Id="Rd9a6fd86d0644175" /><Relationship Type="http://schemas.openxmlformats.org/officeDocument/2006/relationships/slide" Target="/ppt/slides/slide5.xml" Id="R0a61690f62bf4e3c" /><Relationship Type="http://schemas.openxmlformats.org/officeDocument/2006/relationships/slide" Target="/ppt/slides/slide6.xml" Id="R24ef59e4e0e54e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eafe6ff64f4b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84439c2cf14fda" /><Relationship Type="http://schemas.openxmlformats.org/officeDocument/2006/relationships/notesMaster" Target="/ppt/notesMasters/notesMaster1.xml" Id="R8ef52fb6533a42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7d47dcadd44bb5" /><Relationship Type="http://schemas.openxmlformats.org/officeDocument/2006/relationships/notesMaster" Target="/ppt/notesMasters/notesMaster1.xml" Id="Ra8b1732cb8a744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f6ba1f84064cb8" /><Relationship Type="http://schemas.openxmlformats.org/officeDocument/2006/relationships/notesMaster" Target="/ppt/notesMasters/notesMaster1.xml" Id="R1d16aae94f3b42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87decc84b24d18" /><Relationship Type="http://schemas.openxmlformats.org/officeDocument/2006/relationships/notesMaster" Target="/ppt/notesMasters/notesMaster1.xml" Id="R8dc8b14c17e048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0944698be742e4" /><Relationship Type="http://schemas.openxmlformats.org/officeDocument/2006/relationships/notesMaster" Target="/ppt/notesMasters/notesMaster1.xml" Id="Re342a8a47b7743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3ccaecf8b346d0" /><Relationship Type="http://schemas.openxmlformats.org/officeDocument/2006/relationships/notesMaster" Target="/ppt/notesMasters/notesMaster1.xml" Id="R20179b7b158347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Namaste. Humara project AI Interview Mock Simulator hai. Iska purpose students ko interview practice ka structured environment dena hai. User track choose karta hai, questions answer karta hai aur feedback review karta hai. Is prototype mein local keyword rubric use hota hai, trained AI model nahi. Sarvajeet Bajikar aur Adhiraj Kalkundrikar ne ye group project present kiya hai. Time: 35 seconds.</a:t>
            </a:r>
          </a:p>
          <a:p xmlns:a="http://schemas.openxmlformats.org/drawingml/2006/main">
            <a:r>
              <a:t/>
            </a:r>
          </a:p>
          <a:p xmlns:a="http://schemas.openxmlformats.org/drawingml/2006/main">
            <a:r>
              <a:t>Source: the delivered interview-simulator prototype (server.js, src/questions.js, src/evaluate.js, public/app.js, test/app.test.js). Design adapted from the earlier Kalman DBMS animated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Sir, sirf question list padhne se interview practice complete nahi hoti. Students ko answer likhne, time manage karne aur feedback dekhne ki zarurat hoti hai. Humara objective ek accessible web app banana hai jo role-based questions, structured practice aur saved reports provide kare. Hum confidence improvement ya hiring success ka measured claim nahi kar rahe. Time: 40 seconds.</a:t>
            </a:r>
          </a:p>
          <a:p xmlns:a="http://schemas.openxmlformats.org/drawingml/2006/main">
            <a:r>
              <a:t/>
            </a:r>
          </a:p>
          <a:p xmlns:a="http://schemas.openxmlformats.org/drawingml/2006/main">
            <a:r>
              <a:t>Source: the delivered interview-simulator prototype (server.js, src/questions.js, src/evaluate.js, public/app.js, test/app.test.js). Design adapted from the earlier Kalman DBMS animated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HTML, CSS aur JavaScript se bana hai. Form input collect karta hai; event listener submission handle karta hai. Fetch API server ko JSON request bhejti hai. Async/await response ka wait karta hai aur DOM update hota hai without full-page reload. CSS responsive layout aur transitions handle karti hai. Timer suggested hai, hard cutoff nahi. Time: 55 seconds.</a:t>
            </a:r>
          </a:p>
          <a:p xmlns:a="http://schemas.openxmlformats.org/drawingml/2006/main">
            <a:r>
              <a:t/>
            </a:r>
          </a:p>
          <a:p xmlns:a="http://schemas.openxmlformats.org/drawingml/2006/main">
            <a:r>
              <a:t>Source: the delivered interview-simulator prototype (server.js, src/questions.js, src/evaluate.js, public/app.js, test/app.test.js). Design adapted from the earlier Kalman DBMS animated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Browser mein UI aur localStorage drafts hote hain. Express server input validate karta hai aur current question ka answer accept karta hai. Question bank aur evaluator alag modules hain. Final answers data/sessions.json mein save hote hain, so server restart ke baad bhi records milte hain. Database SQL nahi hai; ye small single-user prototype ke liye JSON file hai. Production mein authentication aur database add karna hoga. Time: 60 seconds.</a:t>
            </a:r>
          </a:p>
          <a:p xmlns:a="http://schemas.openxmlformats.org/drawingml/2006/main">
            <a:r>
              <a:t/>
            </a:r>
          </a:p>
          <a:p xmlns:a="http://schemas.openxmlformats.org/drawingml/2006/main">
            <a:r>
              <a:t>Source: the delivered interview-simulator prototype (server.js, src/questions.js, src/evaluate.js, public/app.js, test/app.test.js). Design adapted from the earlier Kalman DBMS animated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Evaluator answer ko lowercase karta hai aur punctuation remove karta hai. Har concept ke accepted phrases check hote hain. Four concept groups mein three match hue to score 3 divided by 4 into 100, yani 75. Missing concepts aur reference answer bhi dikhte hain. Ye factual correctness verify nahi karta; wrong sentence mein correct keywords hone par bhi score mil sakta hai. Isliye hum ise AI-style prototype bolte hain, trained AI nahi. Time: 60 seconds.</a:t>
            </a:r>
          </a:p>
          <a:p xmlns:a="http://schemas.openxmlformats.org/drawingml/2006/main">
            <a:r>
              <a:t/>
            </a:r>
          </a:p>
          <a:p xmlns:a="http://schemas.openxmlformats.org/drawingml/2006/main">
            <a:r>
              <a:t>Source: the delivered interview-simulator prototype (server.js, src/questions.js, src/evaluate.js, public/app.js, test/app.test.js). Design adapted from the earlier Kalman DBMS animated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ke liye terminal mein npm install aur npm start run karenge, then localhost:3000. Interview start karke answer submit karenge, feedback dekhenge aur report download karenge. Four automated tests pass hue: scoring, question-bank coverage, API lifecycle with persistence, and five-question configurations. Browser UI aur speech playback is environment mein verify nahi hue. Next steps semantic model feedback, authentication aur database hain. Thank you. Time: 50 seconds.</a:t>
            </a:r>
          </a:p>
          <a:p xmlns:a="http://schemas.openxmlformats.org/drawingml/2006/main">
            <a:r>
              <a:t/>
            </a:r>
          </a:p>
          <a:p xmlns:a="http://schemas.openxmlformats.org/drawingml/2006/main">
            <a:r>
              <a:t>Source: the delivered interview-simulator prototype (server.js, src/questions.js, src/evaluate.js, public/app.js, test/app.test.js). Design adapted from the earlier Kalman DBMS animated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e2474ece2a401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dfaf29ff7994c3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a5a94e6683043f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8027a099694c5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5fbae2895646b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2925cffe8294e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3CC5E8-29E1-4AFC-98BD-6E1362E07D6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1B33140-83C4-4C29-AAE5-9D945ACBF99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A8E84AB-A7CB-4BCF-8E42-ACB21FA3DE6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9F44D8-83A6-4D0A-9BF9-C7E8575C0B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789346A-6075-406A-B81A-C385FA22B57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66F92C2-245D-423A-8089-E8C8700B22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AB585D-A84D-4CE9-9463-1CE41E59593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074677F-E8B5-473E-BB1E-B91DB878418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8C470B-E97B-4ED9-94EA-153A4E28D3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02D941-ED8E-4E9E-8B65-69A8755CD6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af7fd0e1014841" /><Relationship Type="http://schemas.openxmlformats.org/officeDocument/2006/relationships/slideLayout" Target="/ppt/slideLayouts/slideLayout1.xml" Id="R9cdcd2b2f5d94ec3" /><Relationship Type="http://schemas.openxmlformats.org/officeDocument/2006/relationships/slideLayout" Target="/ppt/slideLayouts/slideLayout2.xml" Id="R018bbdc91d5147b4" /><Relationship Type="http://schemas.openxmlformats.org/officeDocument/2006/relationships/slideLayout" Target="/ppt/slideLayouts/slideLayout3.xml" Id="R9960bd44089a48b0" /><Relationship Type="http://schemas.openxmlformats.org/officeDocument/2006/relationships/slideLayout" Target="/ppt/slideLayouts/slideLayout4.xml" Id="R10d1081e882b41b1" /><Relationship Type="http://schemas.openxmlformats.org/officeDocument/2006/relationships/slideLayout" Target="/ppt/slideLayouts/slideLayout5.xml" Id="R665d40843aaa4809" /><Relationship Type="http://schemas.openxmlformats.org/officeDocument/2006/relationships/slideLayout" Target="/ppt/slideLayouts/slideLayout6.xml" Id="R9cb9e884148341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dcd2b2f5d94ec3"/>
    <p:sldLayoutId xmlns:r="http://schemas.openxmlformats.org/officeDocument/2006/relationships" id="2147483650" r:id="R018bbdc91d5147b4"/>
    <p:sldLayoutId xmlns:r="http://schemas.openxmlformats.org/officeDocument/2006/relationships" id="2147483651" r:id="R9960bd44089a48b0"/>
    <p:sldLayoutId xmlns:r="http://schemas.openxmlformats.org/officeDocument/2006/relationships" id="2147483652" r:id="R10d1081e882b41b1"/>
    <p:sldLayoutId xmlns:r="http://schemas.openxmlformats.org/officeDocument/2006/relationships" id="2147483653" r:id="R665d40843aaa4809"/>
    <p:sldLayoutId xmlns:r="http://schemas.openxmlformats.org/officeDocument/2006/relationships" id="2147483654" r:id="R9cb9e884148341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6ba1e0ff22148db" /><Relationship Type="http://schemas.openxmlformats.org/officeDocument/2006/relationships/notesSlide" Target="/ppt/notesSlides/notesSlide1.xml" Id="R6079e3d3a99b4d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a38877b4d9d46a5" /><Relationship Type="http://schemas.openxmlformats.org/officeDocument/2006/relationships/notesSlide" Target="/ppt/notesSlides/notesSlide2.xml" Id="R33f55a09dd9c4f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1529bf475f74682" /><Relationship Type="http://schemas.openxmlformats.org/officeDocument/2006/relationships/notesSlide" Target="/ppt/notesSlides/notesSlide3.xml" Id="R0ed5c7027c3340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6ad0b0142cd48f7" /><Relationship Type="http://schemas.openxmlformats.org/officeDocument/2006/relationships/notesSlide" Target="/ppt/notesSlides/notesSlide4.xml" Id="R2e82ab65903244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7add05e041942c7" /><Relationship Type="http://schemas.openxmlformats.org/officeDocument/2006/relationships/notesSlide" Target="/ppt/notesSlides/notesSlide5.xml" Id="Rff697cccef054c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91962ac0a7d4c05" /><Relationship Type="http://schemas.openxmlformats.org/officeDocument/2006/relationships/notesSlide" Target="/ppt/notesSlides/notesSlide6.xml" Id="Ra33ce21bd9d34db7" /></Relationships>
</file>

<file path=ppt/slides/slide1.xml><?xml version="1.0" encoding="utf-8"?>
<p:sld xmlns:p="http://schemas.openxmlformats.org/presentationml/2006/main">
  <p:cSld>
    <p:bg>
      <p:bgPr>
        <a:solidFill xmlns:a="http://schemas.openxmlformats.org/drawingml/2006/main">
          <a:srgbClr val="192E4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9F4B994-426D-4BFB-9ED3-60B01788C0E2}"/>
              </a:ext>
            </a:extLst>
          </p:cNvPr>
          <p:cNvSpPr>
            <a:spLocks xmlns:a="http://schemas.openxmlformats.org/drawingml/2006/main" noGrp="1"/>
          </p:cNvSpPr>
          <p:nvPr/>
        </p:nvSpPr>
        <p:spPr>
          <a:xfrm xmlns:a="http://schemas.openxmlformats.org/drawingml/2006/main">
            <a:off x="419100" y="276225"/>
            <a:ext cx="352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FFFFFF"/>
                </a:solidFill>
                <a:latin typeface="DejaVu Sans"/>
                <a:ea typeface="DejaVu Sans"/>
                <a:cs typeface="DejaVu Sans"/>
              </a:defRPr>
            </a:defPPr>
          </a:lstStyle>
          <a:p xmlns:a="http://schemas.openxmlformats.org/drawingml/2006/main">
            <a:pP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K  /  KALMAN SYSTEMS</a:t>
            </a:r>
          </a:p>
        </p:txBody>
      </p:sp>
      <p:sp>
        <p:nvSpPr>
          <p:cNvPr id="2" name="">
            <a:extLst xmlns:a="http://schemas.openxmlformats.org/drawingml/2006/main">
              <a:ext uri="{FF2B5EF4-FFF2-40B4-BE49-F238E27FC236}">
                <a16:creationId xmlns:a16="http://schemas.microsoft.com/office/drawing/2014/main" id="{01E5E01B-E15C-432C-A39A-EBD55CA360E7}"/>
              </a:ext>
            </a:extLst>
          </p:cNvPr>
          <p:cNvSpPr>
            <a:spLocks xmlns:a="http://schemas.openxmlformats.org/drawingml/2006/main" noGrp="1"/>
          </p:cNvSpPr>
          <p:nvPr/>
        </p:nvSpPr>
        <p:spPr>
          <a:xfrm xmlns:a="http://schemas.openxmlformats.org/drawingml/2006/main">
            <a:off x="7810500" y="314325"/>
            <a:ext cx="396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A9BBCA"/>
                </a:solidFill>
                <a:latin typeface="DejaVu Sans"/>
                <a:ea typeface="DejaVu Sans"/>
                <a:cs typeface="DejaVu Sans"/>
              </a:defRPr>
            </a:defPPr>
          </a:lstStyle>
          <a:p xmlns:a="http://schemas.openxmlformats.org/drawingml/2006/main">
            <a:pPr>
              <a:defRPr sz="900" b="0">
                <a:solidFill>
                  <a:srgbClr val="A9BBCA"/>
                </a:solidFill>
                <a:latin typeface="DejaVu Sans"/>
                <a:ea typeface="DejaVu Sans"/>
                <a:cs typeface="DejaVu Sans"/>
              </a:defRPr>
            </a:pPr>
            <a:r>
              <a:rPr sz="900" b="0">
                <a:solidFill>
                  <a:srgbClr val="A9BBCA"/>
                </a:solidFill>
                <a:latin typeface="DejaVu Sans"/>
                <a:ea typeface="DejaVu Sans"/>
                <a:cs typeface="DejaVu Sans"/>
              </a:rPr>
              <a:t>WEB TECHNOLOGIES / PBL</a:t>
            </a:r>
          </a:p>
        </p:txBody>
      </p:sp>
      <p:sp>
        <p:nvSpPr>
          <p:cNvPr id="3" name="">
            <a:extLst xmlns:a="http://schemas.openxmlformats.org/drawingml/2006/main">
              <a:ext uri="{FF2B5EF4-FFF2-40B4-BE49-F238E27FC236}">
                <a16:creationId xmlns:a16="http://schemas.microsoft.com/office/drawing/2014/main" id="{DFBDA771-DEF7-4ED6-8B07-870E0C7007DA}"/>
              </a:ext>
            </a:extLst>
          </p:cNvPr>
          <p:cNvSpPr>
            <a:spLocks xmlns:a="http://schemas.openxmlformats.org/drawingml/2006/main" noGrp="1"/>
          </p:cNvSpPr>
          <p:nvPr/>
        </p:nvSpPr>
        <p:spPr>
          <a:xfrm xmlns:a="http://schemas.openxmlformats.org/drawingml/2006/main">
            <a:off x="419100" y="64008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A9BBCA"/>
                </a:solidFill>
                <a:latin typeface="DejaVu Sans"/>
                <a:ea typeface="DejaVu Sans"/>
                <a:cs typeface="DejaVu Sans"/>
              </a:defRPr>
            </a:defPPr>
          </a:lstStyle>
          <a:p xmlns:a="http://schemas.openxmlformats.org/drawingml/2006/main">
            <a:pPr>
              <a:defRPr sz="900" b="0">
                <a:solidFill>
                  <a:srgbClr val="A9BBCA"/>
                </a:solidFill>
                <a:latin typeface="DejaVu Sans"/>
                <a:ea typeface="DejaVu Sans"/>
                <a:cs typeface="DejaVu Sans"/>
              </a:defRPr>
            </a:pPr>
            <a:r>
              <a:rPr sz="900" b="0">
                <a:solidFill>
                  <a:srgbClr val="A9BBCA"/>
                </a:solidFill>
                <a:latin typeface="DejaVu Sans"/>
                <a:ea typeface="DejaVu Sans"/>
                <a:cs typeface="DejaVu Sans"/>
              </a:rPr>
              <a:t>01 / 06</a:t>
            </a:r>
          </a:p>
        </p:txBody>
      </p:sp>
      <p:sp>
        <p:nvSpPr>
          <p:cNvPr id="4" name="">
            <a:extLst xmlns:a="http://schemas.openxmlformats.org/drawingml/2006/main">
              <a:ext uri="{FF2B5EF4-FFF2-40B4-BE49-F238E27FC236}">
                <a16:creationId xmlns:a16="http://schemas.microsoft.com/office/drawing/2014/main" id="{30FA6E76-2C77-4841-84D1-92B15F124ED1}"/>
              </a:ext>
            </a:extLst>
          </p:cNvPr>
          <p:cNvSpPr>
            <a:spLocks xmlns:a="http://schemas.openxmlformats.org/drawingml/2006/main" noGrp="1"/>
          </p:cNvSpPr>
          <p:nvPr/>
        </p:nvSpPr>
        <p:spPr>
          <a:xfrm xmlns:a="http://schemas.openxmlformats.org/drawingml/2006/main">
            <a:off x="0" y="6829425"/>
            <a:ext cx="2032000" cy="28575"/>
          </a:xfrm>
          <a:prstGeom xmlns:a="http://schemas.openxmlformats.org/drawingml/2006/main" prst="rect">
            <a:avLst/>
          </a:prstGeom>
          <a:solidFill xmlns:a="http://schemas.openxmlformats.org/drawingml/2006/main">
            <a:srgbClr val="91B9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BE1C9A2-6934-46CD-84A4-2409AC370FD5}"/>
              </a:ext>
            </a:extLst>
          </p:cNvPr>
          <p:cNvSpPr>
            <a:spLocks xmlns:a="http://schemas.openxmlformats.org/drawingml/2006/main" noGrp="1"/>
          </p:cNvSpPr>
          <p:nvPr/>
        </p:nvSpPr>
        <p:spPr>
          <a:xfrm xmlns:a="http://schemas.openxmlformats.org/drawingml/2006/main">
            <a:off x="476250" y="1352550"/>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1">
                <a:solidFill>
                  <a:srgbClr val="91B9DE"/>
                </a:solidFill>
                <a:latin typeface="DejaVu Sans"/>
                <a:ea typeface="DejaVu Sans"/>
                <a:cs typeface="DejaVu Sans"/>
              </a:defRPr>
            </a:defPPr>
          </a:lstStyle>
          <a:p xmlns:a="http://schemas.openxmlformats.org/drawingml/2006/main">
            <a:pPr>
              <a:defRPr sz="975" b="1">
                <a:solidFill>
                  <a:srgbClr val="91B9DE"/>
                </a:solidFill>
                <a:latin typeface="DejaVu Sans"/>
                <a:ea typeface="DejaVu Sans"/>
                <a:cs typeface="DejaVu Sans"/>
              </a:defRPr>
            </a:pPr>
            <a:r>
              <a:rPr sz="975" b="1">
                <a:solidFill>
                  <a:srgbClr val="91B9DE"/>
                </a:solidFill>
                <a:latin typeface="DejaVu Sans"/>
                <a:ea typeface="DejaVu Sans"/>
                <a:cs typeface="DejaVu Sans"/>
              </a:rPr>
              <a:t>PRACTICE. REFLECT. IMPROVE.</a:t>
            </a:r>
          </a:p>
        </p:txBody>
      </p:sp>
      <p:sp>
        <p:nvSpPr>
          <p:cNvPr id="6" name="">
            <a:extLst xmlns:a="http://schemas.openxmlformats.org/drawingml/2006/main">
              <a:ext uri="{FF2B5EF4-FFF2-40B4-BE49-F238E27FC236}">
                <a16:creationId xmlns:a16="http://schemas.microsoft.com/office/drawing/2014/main" id="{460C24F7-4C9A-4314-A19C-30A2BE5FC730}"/>
              </a:ext>
            </a:extLst>
          </p:cNvPr>
          <p:cNvSpPr>
            <a:spLocks xmlns:a="http://schemas.openxmlformats.org/drawingml/2006/main" noGrp="1"/>
          </p:cNvSpPr>
          <p:nvPr/>
        </p:nvSpPr>
        <p:spPr>
          <a:xfrm xmlns:a="http://schemas.openxmlformats.org/drawingml/2006/main">
            <a:off x="476250" y="1924050"/>
            <a:ext cx="6000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425" b="0">
                <a:solidFill>
                  <a:srgbClr val="FFFFFF"/>
                </a:solidFill>
                <a:latin typeface="DejaVu Serif"/>
                <a:ea typeface="DejaVu Serif"/>
                <a:cs typeface="DejaVu Serif"/>
              </a:defRPr>
            </a:defPPr>
          </a:lstStyle>
          <a:p xmlns:a="http://schemas.openxmlformats.org/drawingml/2006/main">
            <a:pPr>
              <a:defRPr sz="4425" b="0">
                <a:solidFill>
                  <a:srgbClr val="FFFFFF"/>
                </a:solidFill>
                <a:latin typeface="DejaVu Serif"/>
                <a:ea typeface="DejaVu Serif"/>
                <a:cs typeface="DejaVu Serif"/>
              </a:defRPr>
            </a:pPr>
            <a:r>
              <a:rPr sz="4425" b="0">
                <a:solidFill>
                  <a:srgbClr val="FFFFFF"/>
                </a:solidFill>
                <a:latin typeface="DejaVu Serif"/>
                <a:ea typeface="DejaVu Serif"/>
                <a:cs typeface="DejaVu Serif"/>
              </a:rPr>
              <a:t>AI Interview</a:t>
            </a:r>
          </a:p>
          <a:p xmlns:a="http://schemas.openxmlformats.org/drawingml/2006/main">
            <a:pPr>
              <a:defRPr sz="4425" b="0">
                <a:solidFill>
                  <a:srgbClr val="FFFFFF"/>
                </a:solidFill>
                <a:latin typeface="DejaVu Serif"/>
                <a:ea typeface="DejaVu Serif"/>
                <a:cs typeface="DejaVu Serif"/>
              </a:defRPr>
            </a:pPr>
            <a:r>
              <a:rPr sz="4425" b="0">
                <a:solidFill>
                  <a:srgbClr val="FFFFFF"/>
                </a:solidFill>
                <a:latin typeface="DejaVu Serif"/>
                <a:ea typeface="DejaVu Serif"/>
                <a:cs typeface="DejaVu Serif"/>
              </a:rPr>
              <a:t>Mock Simulator</a:t>
            </a:r>
          </a:p>
        </p:txBody>
      </p:sp>
      <p:sp>
        <p:nvSpPr>
          <p:cNvPr id="7" name="">
            <a:extLst xmlns:a="http://schemas.openxmlformats.org/drawingml/2006/main">
              <a:ext uri="{FF2B5EF4-FFF2-40B4-BE49-F238E27FC236}">
                <a16:creationId xmlns:a16="http://schemas.microsoft.com/office/drawing/2014/main" id="{AD3AEB54-51C7-4F25-9398-932DC72E0192}"/>
              </a:ext>
            </a:extLst>
          </p:cNvPr>
          <p:cNvSpPr>
            <a:spLocks xmlns:a="http://schemas.openxmlformats.org/drawingml/2006/main" noGrp="1"/>
          </p:cNvSpPr>
          <p:nvPr/>
        </p:nvSpPr>
        <p:spPr>
          <a:xfrm xmlns:a="http://schemas.openxmlformats.org/drawingml/2006/main">
            <a:off x="476250" y="3810000"/>
            <a:ext cx="552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B5C6D4"/>
                </a:solidFill>
                <a:latin typeface="DejaVu Sans"/>
                <a:ea typeface="DejaVu Sans"/>
                <a:cs typeface="DejaVu Sans"/>
              </a:defRPr>
            </a:defPPr>
          </a:lstStyle>
          <a:p xmlns:a="http://schemas.openxmlformats.org/drawingml/2006/main">
            <a:pPr>
              <a:defRPr sz="1800" b="0">
                <a:solidFill>
                  <a:srgbClr val="B5C6D4"/>
                </a:solidFill>
                <a:latin typeface="DejaVu Sans"/>
                <a:ea typeface="DejaVu Sans"/>
                <a:cs typeface="DejaVu Sans"/>
              </a:defRPr>
            </a:pPr>
            <a:r>
              <a:rPr sz="1800" b="0">
                <a:solidFill>
                  <a:srgbClr val="B5C6D4"/>
                </a:solidFill>
                <a:latin typeface="DejaVu Sans"/>
                <a:ea typeface="DejaVu Sans"/>
                <a:cs typeface="DejaVu Sans"/>
              </a:rPr>
              <a:t>A guided space to prepare for</a:t>
            </a:r>
          </a:p>
          <a:p xmlns:a="http://schemas.openxmlformats.org/drawingml/2006/main">
            <a:pPr>
              <a:defRPr sz="1800" b="0">
                <a:solidFill>
                  <a:srgbClr val="B5C6D4"/>
                </a:solidFill>
                <a:latin typeface="DejaVu Sans"/>
                <a:ea typeface="DejaVu Sans"/>
                <a:cs typeface="DejaVu Sans"/>
              </a:defRPr>
            </a:pPr>
            <a:r>
              <a:rPr sz="1800" b="0">
                <a:solidFill>
                  <a:srgbClr val="B5C6D4"/>
                </a:solidFill>
                <a:latin typeface="DejaVu Sans"/>
                <a:ea typeface="DejaVu Sans"/>
                <a:cs typeface="DejaVu Sans"/>
              </a:rPr>
              <a:t>your next interview.</a:t>
            </a:r>
          </a:p>
        </p:txBody>
      </p:sp>
      <p:sp>
        <p:nvSpPr>
          <p:cNvPr id="8" name="">
            <a:extLst xmlns:a="http://schemas.openxmlformats.org/drawingml/2006/main">
              <a:ext uri="{FF2B5EF4-FFF2-40B4-BE49-F238E27FC236}">
                <a16:creationId xmlns:a16="http://schemas.microsoft.com/office/drawing/2014/main" id="{07FCDCF0-6C7A-442B-B093-6E2A8060F096}"/>
              </a:ext>
            </a:extLst>
          </p:cNvPr>
          <p:cNvSpPr>
            <a:spLocks xmlns:a="http://schemas.openxmlformats.org/drawingml/2006/main" noGrp="1"/>
          </p:cNvSpPr>
          <p:nvPr/>
        </p:nvSpPr>
        <p:spPr>
          <a:xfrm xmlns:a="http://schemas.openxmlformats.org/drawingml/2006/main">
            <a:off x="476250" y="4810125"/>
            <a:ext cx="581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B5C6D4"/>
                </a:solidFill>
                <a:latin typeface="DejaVu Sans"/>
                <a:ea typeface="DejaVu Sans"/>
                <a:cs typeface="DejaVu Sans"/>
              </a:defRPr>
            </a:defPPr>
          </a:lstStyle>
          <a:p xmlns:a="http://schemas.openxmlformats.org/drawingml/2006/main">
            <a:pPr>
              <a:defRPr sz="1200" b="0">
                <a:solidFill>
                  <a:srgbClr val="B5C6D4"/>
                </a:solidFill>
                <a:latin typeface="DejaVu Sans"/>
                <a:ea typeface="DejaVu Sans"/>
                <a:cs typeface="DejaVu Sans"/>
              </a:defRPr>
            </a:pPr>
            <a:r>
              <a:rPr sz="1200" b="0">
                <a:solidFill>
                  <a:srgbClr val="B5C6D4"/>
                </a:solidFill>
                <a:latin typeface="DejaVu Sans"/>
                <a:ea typeface="DejaVu Sans"/>
                <a:cs typeface="DejaVu Sans"/>
              </a:rPr>
              <a:t>HTML  /  CSS  /  JavaScript  /  Node.js</a:t>
            </a:r>
          </a:p>
        </p:txBody>
      </p:sp>
      <p:sp>
        <p:nvSpPr>
          <p:cNvPr id="9" name="">
            <a:extLst xmlns:a="http://schemas.openxmlformats.org/drawingml/2006/main">
              <a:ext uri="{FF2B5EF4-FFF2-40B4-BE49-F238E27FC236}">
                <a16:creationId xmlns:a16="http://schemas.microsoft.com/office/drawing/2014/main" id="{217BF87B-24A7-4D94-87D6-63721A20D8E3}"/>
              </a:ext>
            </a:extLst>
          </p:cNvPr>
          <p:cNvSpPr>
            <a:spLocks xmlns:a="http://schemas.openxmlformats.org/drawingml/2006/main" noGrp="1"/>
          </p:cNvSpPr>
          <p:nvPr/>
        </p:nvSpPr>
        <p:spPr>
          <a:xfrm xmlns:a="http://schemas.openxmlformats.org/drawingml/2006/main">
            <a:off x="476250" y="5267325"/>
            <a:ext cx="5524500" cy="9525"/>
          </a:xfrm>
          <a:prstGeom xmlns:a="http://schemas.openxmlformats.org/drawingml/2006/main" prst="rect">
            <a:avLst/>
          </a:prstGeom>
          <a:solidFill xmlns:a="http://schemas.openxmlformats.org/drawingml/2006/main">
            <a:srgbClr val="46617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9B0E243-FA0F-4FE0-AC43-1285109D2241}"/>
              </a:ext>
            </a:extLst>
          </p:cNvPr>
          <p:cNvSpPr>
            <a:spLocks xmlns:a="http://schemas.openxmlformats.org/drawingml/2006/main" noGrp="1"/>
          </p:cNvSpPr>
          <p:nvPr/>
        </p:nvSpPr>
        <p:spPr>
          <a:xfrm xmlns:a="http://schemas.openxmlformats.org/drawingml/2006/main">
            <a:off x="476250" y="5476875"/>
            <a:ext cx="609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FFFFFF"/>
                </a:solidFill>
                <a:latin typeface="DejaVu Sans"/>
                <a:ea typeface="DejaVu Sans"/>
                <a:cs typeface="DejaVu Sans"/>
              </a:defRPr>
            </a:defPPr>
          </a:lstStyle>
          <a:p xmlns:a="http://schemas.openxmlformats.org/drawingml/2006/main">
            <a:pP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Sarvajeet Bajikar &amp; Adhiraj Kalkundrikar</a:t>
            </a:r>
          </a:p>
        </p:txBody>
      </p:sp>
      <p:sp>
        <p:nvSpPr>
          <p:cNvPr id="11" name="">
            <a:extLst xmlns:a="http://schemas.openxmlformats.org/drawingml/2006/main">
              <a:ext uri="{FF2B5EF4-FFF2-40B4-BE49-F238E27FC236}">
                <a16:creationId xmlns:a16="http://schemas.microsoft.com/office/drawing/2014/main" id="{9D56043E-16A5-4BDC-82E3-7E98ACE15E4F}"/>
              </a:ext>
            </a:extLst>
          </p:cNvPr>
          <p:cNvSpPr>
            <a:spLocks xmlns:a="http://schemas.openxmlformats.org/drawingml/2006/main" noGrp="1"/>
          </p:cNvSpPr>
          <p:nvPr/>
        </p:nvSpPr>
        <p:spPr>
          <a:xfrm xmlns:a="http://schemas.openxmlformats.org/drawingml/2006/main">
            <a:off x="476250" y="5829300"/>
            <a:ext cx="6096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0">
                <a:solidFill>
                  <a:srgbClr val="B5C6D4"/>
                </a:solidFill>
                <a:latin typeface="DejaVu Sans"/>
                <a:ea typeface="DejaVu Sans"/>
                <a:cs typeface="DejaVu Sans"/>
              </a:defRPr>
            </a:defPPr>
          </a:lstStyle>
          <a:p xmlns:a="http://schemas.openxmlformats.org/drawingml/2006/main">
            <a:pPr>
              <a:defRPr sz="1125" b="0">
                <a:solidFill>
                  <a:srgbClr val="B5C6D4"/>
                </a:solidFill>
                <a:latin typeface="DejaVu Sans"/>
                <a:ea typeface="DejaVu Sans"/>
                <a:cs typeface="DejaVu Sans"/>
              </a:defRPr>
            </a:pPr>
            <a:r>
              <a:rPr sz="1125" b="0">
                <a:solidFill>
                  <a:srgbClr val="B5C6D4"/>
                </a:solidFill>
                <a:latin typeface="DejaVu Sans"/>
                <a:ea typeface="DejaVu Sans"/>
                <a:cs typeface="DejaVu Sans"/>
              </a:rPr>
              <a:t>Woxsen University · B.Tech CSE · Group project</a:t>
            </a:r>
          </a:p>
        </p:txBody>
      </p:sp>
      <p:sp>
        <p:nvSpPr>
          <p:cNvPr id="12" name="">
            <a:extLst xmlns:a="http://schemas.openxmlformats.org/drawingml/2006/main">
              <a:ext uri="{FF2B5EF4-FFF2-40B4-BE49-F238E27FC236}">
                <a16:creationId xmlns:a16="http://schemas.microsoft.com/office/drawing/2014/main" id="{DA013D0D-64C1-4C16-ACEE-8031A791823B}"/>
              </a:ext>
            </a:extLst>
          </p:cNvPr>
          <p:cNvSpPr>
            <a:spLocks xmlns:a="http://schemas.openxmlformats.org/drawingml/2006/main" noGrp="1"/>
          </p:cNvSpPr>
          <p:nvPr/>
        </p:nvSpPr>
        <p:spPr>
          <a:xfrm xmlns:a="http://schemas.openxmlformats.org/drawingml/2006/main">
            <a:off x="6953250" y="1714500"/>
            <a:ext cx="4572000" cy="3533775"/>
          </a:xfrm>
          <a:prstGeom xmlns:a="http://schemas.openxmlformats.org/drawingml/2006/main" prst="rect">
            <a:avLst/>
          </a:prstGeom>
          <a:solidFill xmlns:a="http://schemas.openxmlformats.org/drawingml/2006/main">
            <a:srgbClr val="2B435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1415F43-298B-45A4-A58D-708BC7530760}"/>
              </a:ext>
            </a:extLst>
          </p:cNvPr>
          <p:cNvSpPr>
            <a:spLocks xmlns:a="http://schemas.openxmlformats.org/drawingml/2006/main" noGrp="1"/>
          </p:cNvSpPr>
          <p:nvPr/>
        </p:nvSpPr>
        <p:spPr>
          <a:xfrm xmlns:a="http://schemas.openxmlformats.org/drawingml/2006/main">
            <a:off x="6800850" y="1543050"/>
            <a:ext cx="4572000" cy="3533775"/>
          </a:xfrm>
          <a:prstGeom xmlns:a="http://schemas.openxmlformats.org/drawingml/2006/main" prst="rect">
            <a:avLst/>
          </a:prstGeom>
          <a:solidFill xmlns:a="http://schemas.openxmlformats.org/drawingml/2006/main">
            <a:srgbClr val="FFFFFF"/>
          </a:solidFill>
          <a:ln xmlns:a="http://schemas.openxmlformats.org/drawingml/2006/main" w="9525">
            <a:solidFill>
              <a:srgbClr val="D8DFE4"/>
            </a:solidFill>
            <a:prstDash val="solid"/>
          </a:ln>
        </p:spPr>
      </p:sp>
      <p:sp>
        <p:nvSpPr>
          <p:cNvPr id="14" name="">
            <a:extLst xmlns:a="http://schemas.openxmlformats.org/drawingml/2006/main">
              <a:ext uri="{FF2B5EF4-FFF2-40B4-BE49-F238E27FC236}">
                <a16:creationId xmlns:a16="http://schemas.microsoft.com/office/drawing/2014/main" id="{71EC2AAD-74D8-4EE4-8202-4096F79DEFAE}"/>
              </a:ext>
            </a:extLst>
          </p:cNvPr>
          <p:cNvSpPr>
            <a:spLocks xmlns:a="http://schemas.openxmlformats.org/drawingml/2006/main" noGrp="1"/>
          </p:cNvSpPr>
          <p:nvPr/>
        </p:nvSpPr>
        <p:spPr>
          <a:xfrm xmlns:a="http://schemas.openxmlformats.org/drawingml/2006/main">
            <a:off x="7048500" y="180022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1">
                <a:solidFill>
                  <a:srgbClr val="2566B0"/>
                </a:solidFill>
                <a:latin typeface="DejaVu Sans"/>
                <a:ea typeface="DejaVu Sans"/>
                <a:cs typeface="DejaVu Sans"/>
              </a:defRPr>
            </a:defPPr>
          </a:lstStyle>
          <a:p xmlns:a="http://schemas.openxmlformats.org/drawingml/2006/main">
            <a:pPr>
              <a:defRPr sz="975" b="1">
                <a:solidFill>
                  <a:srgbClr val="2566B0"/>
                </a:solidFill>
                <a:latin typeface="DejaVu Sans"/>
                <a:ea typeface="DejaVu Sans"/>
                <a:cs typeface="DejaVu Sans"/>
              </a:defRPr>
            </a:pPr>
            <a:r>
              <a:rPr sz="975" b="1">
                <a:solidFill>
                  <a:srgbClr val="2566B0"/>
                </a:solidFill>
                <a:latin typeface="DejaVu Sans"/>
                <a:ea typeface="DejaVu Sans"/>
                <a:cs typeface="DejaVu Sans"/>
              </a:rPr>
              <a:t>WEB DEVELOPMENT / QUESTION 01</a:t>
            </a:r>
          </a:p>
        </p:txBody>
      </p:sp>
      <p:sp>
        <p:nvSpPr>
          <p:cNvPr id="15" name="">
            <a:extLst xmlns:a="http://schemas.openxmlformats.org/drawingml/2006/main">
              <a:ext uri="{FF2B5EF4-FFF2-40B4-BE49-F238E27FC236}">
                <a16:creationId xmlns:a16="http://schemas.microsoft.com/office/drawing/2014/main" id="{84CF63E1-4B69-4CEF-9E34-7554D467A031}"/>
              </a:ext>
            </a:extLst>
          </p:cNvPr>
          <p:cNvSpPr>
            <a:spLocks xmlns:a="http://schemas.openxmlformats.org/drawingml/2006/main" noGrp="1"/>
          </p:cNvSpPr>
          <p:nvPr/>
        </p:nvSpPr>
        <p:spPr>
          <a:xfrm xmlns:a="http://schemas.openxmlformats.org/drawingml/2006/main">
            <a:off x="7048500" y="2295525"/>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192E41"/>
                </a:solidFill>
                <a:latin typeface="DejaVu Serif"/>
                <a:ea typeface="DejaVu Serif"/>
                <a:cs typeface="DejaVu Serif"/>
              </a:defRPr>
            </a:defPPr>
          </a:lstStyle>
          <a:p xmlns:a="http://schemas.openxmlformats.org/drawingml/2006/main">
            <a:pPr>
              <a:defRPr sz="2400" b="0">
                <a:solidFill>
                  <a:srgbClr val="192E41"/>
                </a:solidFill>
                <a:latin typeface="DejaVu Serif"/>
                <a:ea typeface="DejaVu Serif"/>
                <a:cs typeface="DejaVu Serif"/>
              </a:defRPr>
            </a:pPr>
            <a:r>
              <a:rPr sz="2400" b="0">
                <a:solidFill>
                  <a:srgbClr val="192E41"/>
                </a:solidFill>
                <a:latin typeface="DejaVu Serif"/>
                <a:ea typeface="DejaVu Serif"/>
                <a:cs typeface="DejaVu Serif"/>
              </a:rPr>
              <a:t>What are the roles of</a:t>
            </a:r>
          </a:p>
          <a:p xmlns:a="http://schemas.openxmlformats.org/drawingml/2006/main">
            <a:pPr>
              <a:defRPr sz="2400" b="0">
                <a:solidFill>
                  <a:srgbClr val="192E41"/>
                </a:solidFill>
                <a:latin typeface="DejaVu Serif"/>
                <a:ea typeface="DejaVu Serif"/>
                <a:cs typeface="DejaVu Serif"/>
              </a:defRPr>
            </a:pPr>
            <a:r>
              <a:rPr sz="2400" b="0">
                <a:solidFill>
                  <a:srgbClr val="192E41"/>
                </a:solidFill>
                <a:latin typeface="DejaVu Serif"/>
                <a:ea typeface="DejaVu Serif"/>
                <a:cs typeface="DejaVu Serif"/>
              </a:rPr>
              <a:t>HTML, CSS and</a:t>
            </a:r>
          </a:p>
          <a:p xmlns:a="http://schemas.openxmlformats.org/drawingml/2006/main">
            <a:pPr>
              <a:defRPr sz="2400" b="0">
                <a:solidFill>
                  <a:srgbClr val="192E41"/>
                </a:solidFill>
                <a:latin typeface="DejaVu Serif"/>
                <a:ea typeface="DejaVu Serif"/>
                <a:cs typeface="DejaVu Serif"/>
              </a:defRPr>
            </a:pPr>
            <a:r>
              <a:rPr sz="2400" b="0">
                <a:solidFill>
                  <a:srgbClr val="192E41"/>
                </a:solidFill>
                <a:latin typeface="DejaVu Serif"/>
                <a:ea typeface="DejaVu Serif"/>
                <a:cs typeface="DejaVu Serif"/>
              </a:rPr>
              <a:t>JavaScript?</a:t>
            </a:r>
          </a:p>
        </p:txBody>
      </p:sp>
      <p:sp>
        <p:nvSpPr>
          <p:cNvPr id="16" name="">
            <a:extLst xmlns:a="http://schemas.openxmlformats.org/drawingml/2006/main">
              <a:ext uri="{FF2B5EF4-FFF2-40B4-BE49-F238E27FC236}">
                <a16:creationId xmlns:a16="http://schemas.microsoft.com/office/drawing/2014/main" id="{E9BD2605-6D4A-455E-B847-30AD878FD987}"/>
              </a:ext>
            </a:extLst>
          </p:cNvPr>
          <p:cNvSpPr>
            <a:spLocks xmlns:a="http://schemas.openxmlformats.org/drawingml/2006/main" noGrp="1"/>
          </p:cNvSpPr>
          <p:nvPr/>
        </p:nvSpPr>
        <p:spPr>
          <a:xfrm xmlns:a="http://schemas.openxmlformats.org/drawingml/2006/main">
            <a:off x="7048500" y="3990975"/>
            <a:ext cx="4000500" cy="66675"/>
          </a:xfrm>
          <a:prstGeom xmlns:a="http://schemas.openxmlformats.org/drawingml/2006/main" prst="rect">
            <a:avLst/>
          </a:prstGeom>
          <a:solidFill xmlns:a="http://schemas.openxmlformats.org/drawingml/2006/main">
            <a:srgbClr val="DCE5E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7859E94-E878-46A0-8AFC-CA72C89B1929}"/>
              </a:ext>
            </a:extLst>
          </p:cNvPr>
          <p:cNvSpPr>
            <a:spLocks xmlns:a="http://schemas.openxmlformats.org/drawingml/2006/main" noGrp="1"/>
          </p:cNvSpPr>
          <p:nvPr/>
        </p:nvSpPr>
        <p:spPr>
          <a:xfrm xmlns:a="http://schemas.openxmlformats.org/drawingml/2006/main">
            <a:off x="7048500" y="4219575"/>
            <a:ext cx="4000500" cy="66675"/>
          </a:xfrm>
          <a:prstGeom xmlns:a="http://schemas.openxmlformats.org/drawingml/2006/main" prst="rect">
            <a:avLst/>
          </a:prstGeom>
          <a:solidFill xmlns:a="http://schemas.openxmlformats.org/drawingml/2006/main">
            <a:srgbClr val="DCE5E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16CDA6D-413B-45AE-8912-D9A7EE18E8E2}"/>
              </a:ext>
            </a:extLst>
          </p:cNvPr>
          <p:cNvSpPr>
            <a:spLocks xmlns:a="http://schemas.openxmlformats.org/drawingml/2006/main" noGrp="1"/>
          </p:cNvSpPr>
          <p:nvPr/>
        </p:nvSpPr>
        <p:spPr>
          <a:xfrm xmlns:a="http://schemas.openxmlformats.org/drawingml/2006/main">
            <a:off x="7048500" y="4448175"/>
            <a:ext cx="2381250" cy="66675"/>
          </a:xfrm>
          <a:prstGeom xmlns:a="http://schemas.openxmlformats.org/drawingml/2006/main" prst="rect">
            <a:avLst/>
          </a:prstGeom>
          <a:solidFill xmlns:a="http://schemas.openxmlformats.org/drawingml/2006/main">
            <a:srgbClr val="DCE5E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807CB50-B47D-43F3-917B-BD4705EC48F8}"/>
              </a:ext>
            </a:extLst>
          </p:cNvPr>
          <p:cNvSpPr>
            <a:spLocks xmlns:a="http://schemas.openxmlformats.org/drawingml/2006/main" noGrp="1"/>
          </p:cNvSpPr>
          <p:nvPr/>
        </p:nvSpPr>
        <p:spPr>
          <a:xfrm xmlns:a="http://schemas.openxmlformats.org/drawingml/2006/main">
            <a:off x="7048500" y="47625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647583"/>
                </a:solidFill>
                <a:latin typeface="DejaVu Sans"/>
                <a:ea typeface="DejaVu Sans"/>
                <a:cs typeface="DejaVu Sans"/>
              </a:defRPr>
            </a:defPPr>
          </a:lstStyle>
          <a:p xmlns:a="http://schemas.openxmlformats.org/drawingml/2006/main">
            <a:pPr>
              <a:defRPr sz="1275" b="0">
                <a:solidFill>
                  <a:srgbClr val="647583"/>
                </a:solidFill>
                <a:latin typeface="DejaVu Sans"/>
                <a:ea typeface="DejaVu Sans"/>
                <a:cs typeface="DejaVu Sans"/>
              </a:defRPr>
            </a:pPr>
            <a:r>
              <a:rPr sz="1275" b="0">
                <a:solidFill>
                  <a:srgbClr val="647583"/>
                </a:solidFill>
                <a:latin typeface="DejaVu Sans"/>
                <a:ea typeface="DejaVu Sans"/>
                <a:cs typeface="DejaVu Sans"/>
              </a:rPr>
              <a:t>Explainable local feedback</a:t>
            </a:r>
          </a:p>
        </p:txBody>
      </p:sp>
    </p:spTree>
    <p:extLst>
      <p:ext uri="{BB962C8B-B14F-4D97-AF65-F5344CB8AC3E}">
        <p14:creationId xmlns:p14="http://schemas.microsoft.com/office/powerpoint/2010/main" val="499657346"/>
      </p:ext>
    </p:extLst>
  </p:cSld>
</p:sld>
</file>

<file path=ppt/slides/slide2.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92810D5-CC2E-4283-BD35-84511DB303ED}"/>
              </a:ext>
            </a:extLst>
          </p:cNvPr>
          <p:cNvSpPr>
            <a:spLocks xmlns:a="http://schemas.openxmlformats.org/drawingml/2006/main" noGrp="1"/>
          </p:cNvSpPr>
          <p:nvPr/>
        </p:nvSpPr>
        <p:spPr>
          <a:xfrm xmlns:a="http://schemas.openxmlformats.org/drawingml/2006/main">
            <a:off x="419100" y="276225"/>
            <a:ext cx="352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192E41"/>
                </a:solidFill>
                <a:latin typeface="DejaVu Sans"/>
                <a:ea typeface="DejaVu Sans"/>
                <a:cs typeface="DejaVu Sans"/>
              </a:defRPr>
            </a:defPPr>
          </a:lstStyle>
          <a:p xmlns:a="http://schemas.openxmlformats.org/drawingml/2006/main">
            <a:pPr>
              <a:defRPr sz="1050" b="1">
                <a:solidFill>
                  <a:srgbClr val="192E41"/>
                </a:solidFill>
                <a:latin typeface="DejaVu Sans"/>
                <a:ea typeface="DejaVu Sans"/>
                <a:cs typeface="DejaVu Sans"/>
              </a:defRPr>
            </a:pPr>
            <a:r>
              <a:rPr sz="1050" b="1">
                <a:solidFill>
                  <a:srgbClr val="192E41"/>
                </a:solidFill>
                <a:latin typeface="DejaVu Sans"/>
                <a:ea typeface="DejaVu Sans"/>
                <a:cs typeface="DejaVu Sans"/>
              </a:rPr>
              <a:t>K  /  KALMAN SYSTEMS</a:t>
            </a:r>
          </a:p>
        </p:txBody>
      </p:sp>
      <p:sp>
        <p:nvSpPr>
          <p:cNvPr id="2" name="">
            <a:extLst xmlns:a="http://schemas.openxmlformats.org/drawingml/2006/main">
              <a:ext uri="{FF2B5EF4-FFF2-40B4-BE49-F238E27FC236}">
                <a16:creationId xmlns:a16="http://schemas.microsoft.com/office/drawing/2014/main" id="{1FD70ED3-C0C0-4427-9037-DE860E9972CC}"/>
              </a:ext>
            </a:extLst>
          </p:cNvPr>
          <p:cNvSpPr>
            <a:spLocks xmlns:a="http://schemas.openxmlformats.org/drawingml/2006/main" noGrp="1"/>
          </p:cNvSpPr>
          <p:nvPr/>
        </p:nvSpPr>
        <p:spPr>
          <a:xfrm xmlns:a="http://schemas.openxmlformats.org/drawingml/2006/main">
            <a:off x="7810500" y="314325"/>
            <a:ext cx="396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647583"/>
                </a:solidFill>
                <a:latin typeface="DejaVu Sans"/>
                <a:ea typeface="DejaVu Sans"/>
                <a:cs typeface="DejaVu Sans"/>
              </a:defRPr>
            </a:defPPr>
          </a:lstStyle>
          <a:p xmlns:a="http://schemas.openxmlformats.org/drawingml/2006/main">
            <a:pPr>
              <a:defRPr sz="900" b="0">
                <a:solidFill>
                  <a:srgbClr val="647583"/>
                </a:solidFill>
                <a:latin typeface="DejaVu Sans"/>
                <a:ea typeface="DejaVu Sans"/>
                <a:cs typeface="DejaVu Sans"/>
              </a:defRPr>
            </a:pPr>
            <a:r>
              <a:rPr sz="900" b="0">
                <a:solidFill>
                  <a:srgbClr val="647583"/>
                </a:solidFill>
                <a:latin typeface="DejaVu Sans"/>
                <a:ea typeface="DejaVu Sans"/>
                <a:cs typeface="DejaVu Sans"/>
              </a:rPr>
              <a:t>WEB TECHNOLOGIES / PBL</a:t>
            </a:r>
          </a:p>
        </p:txBody>
      </p:sp>
      <p:sp>
        <p:nvSpPr>
          <p:cNvPr id="3" name="">
            <a:extLst xmlns:a="http://schemas.openxmlformats.org/drawingml/2006/main">
              <a:ext uri="{FF2B5EF4-FFF2-40B4-BE49-F238E27FC236}">
                <a16:creationId xmlns:a16="http://schemas.microsoft.com/office/drawing/2014/main" id="{6295D0A3-103B-4EC1-8586-6F36EB901087}"/>
              </a:ext>
            </a:extLst>
          </p:cNvPr>
          <p:cNvSpPr>
            <a:spLocks xmlns:a="http://schemas.openxmlformats.org/drawingml/2006/main" noGrp="1"/>
          </p:cNvSpPr>
          <p:nvPr/>
        </p:nvSpPr>
        <p:spPr>
          <a:xfrm xmlns:a="http://schemas.openxmlformats.org/drawingml/2006/main">
            <a:off x="419100" y="64008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647583"/>
                </a:solidFill>
                <a:latin typeface="DejaVu Sans"/>
                <a:ea typeface="DejaVu Sans"/>
                <a:cs typeface="DejaVu Sans"/>
              </a:defRPr>
            </a:defPPr>
          </a:lstStyle>
          <a:p xmlns:a="http://schemas.openxmlformats.org/drawingml/2006/main">
            <a:pPr>
              <a:defRPr sz="900" b="0">
                <a:solidFill>
                  <a:srgbClr val="647583"/>
                </a:solidFill>
                <a:latin typeface="DejaVu Sans"/>
                <a:ea typeface="DejaVu Sans"/>
                <a:cs typeface="DejaVu Sans"/>
              </a:defRPr>
            </a:pPr>
            <a:r>
              <a:rPr sz="900" b="0">
                <a:solidFill>
                  <a:srgbClr val="647583"/>
                </a:solidFill>
                <a:latin typeface="DejaVu Sans"/>
                <a:ea typeface="DejaVu Sans"/>
                <a:cs typeface="DejaVu Sans"/>
              </a:rPr>
              <a:t>02 / 06</a:t>
            </a:r>
          </a:p>
        </p:txBody>
      </p:sp>
      <p:sp>
        <p:nvSpPr>
          <p:cNvPr id="4" name="">
            <a:extLst xmlns:a="http://schemas.openxmlformats.org/drawingml/2006/main">
              <a:ext uri="{FF2B5EF4-FFF2-40B4-BE49-F238E27FC236}">
                <a16:creationId xmlns:a16="http://schemas.microsoft.com/office/drawing/2014/main" id="{AB9B604D-9AEB-417D-9343-1FFC9A5655FE}"/>
              </a:ext>
            </a:extLst>
          </p:cNvPr>
          <p:cNvSpPr>
            <a:spLocks xmlns:a="http://schemas.openxmlformats.org/drawingml/2006/main" noGrp="1"/>
          </p:cNvSpPr>
          <p:nvPr/>
        </p:nvSpPr>
        <p:spPr>
          <a:xfrm xmlns:a="http://schemas.openxmlformats.org/drawingml/2006/main">
            <a:off x="0" y="6829425"/>
            <a:ext cx="4064000" cy="28575"/>
          </a:xfrm>
          <a:prstGeom xmlns:a="http://schemas.openxmlformats.org/drawingml/2006/main" prst="rect">
            <a:avLst/>
          </a:prstGeom>
          <a:solidFill xmlns:a="http://schemas.openxmlformats.org/drawingml/2006/main">
            <a:srgbClr val="2566B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5FE2676-B294-42C3-83C9-B56FFAA81D94}"/>
              </a:ext>
            </a:extLst>
          </p:cNvPr>
          <p:cNvSpPr>
            <a:spLocks xmlns:a="http://schemas.openxmlformats.org/drawingml/2006/main" noGrp="1"/>
          </p:cNvSpPr>
          <p:nvPr/>
        </p:nvSpPr>
        <p:spPr>
          <a:xfrm xmlns:a="http://schemas.openxmlformats.org/drawingml/2006/main">
            <a:off x="476250" y="933450"/>
            <a:ext cx="1104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566B0"/>
                </a:solidFill>
                <a:latin typeface="DejaVu Sans"/>
                <a:ea typeface="DejaVu Sans"/>
                <a:cs typeface="DejaVu Sans"/>
              </a:defRPr>
            </a:defPPr>
          </a:lstStyle>
          <a:p xmlns:a="http://schemas.openxmlformats.org/drawingml/2006/main">
            <a:pPr>
              <a:defRPr sz="900" b="1">
                <a:solidFill>
                  <a:srgbClr val="2566B0"/>
                </a:solidFill>
                <a:latin typeface="DejaVu Sans"/>
                <a:ea typeface="DejaVu Sans"/>
                <a:cs typeface="DejaVu Sans"/>
              </a:defRPr>
            </a:pPr>
            <a:r>
              <a:rPr sz="900" b="1">
                <a:solidFill>
                  <a:srgbClr val="2566B0"/>
                </a:solidFill>
                <a:latin typeface="DejaVu Sans"/>
                <a:ea typeface="DejaVu Sans"/>
                <a:cs typeface="DejaVu Sans"/>
              </a:rPr>
              <a:t>01 / PROBLEM &amp; OBJECTIVE</a:t>
            </a:r>
          </a:p>
        </p:txBody>
      </p:sp>
      <p:sp>
        <p:nvSpPr>
          <p:cNvPr id="6" name="">
            <a:extLst xmlns:a="http://schemas.openxmlformats.org/drawingml/2006/main">
              <a:ext uri="{FF2B5EF4-FFF2-40B4-BE49-F238E27FC236}">
                <a16:creationId xmlns:a16="http://schemas.microsoft.com/office/drawing/2014/main" id="{285C7187-6649-4547-AC1E-CEFC9290A37B}"/>
              </a:ext>
            </a:extLst>
          </p:cNvPr>
          <p:cNvSpPr>
            <a:spLocks xmlns:a="http://schemas.openxmlformats.org/drawingml/2006/main" noGrp="1"/>
          </p:cNvSpPr>
          <p:nvPr/>
        </p:nvSpPr>
        <p:spPr>
          <a:xfrm xmlns:a="http://schemas.openxmlformats.org/drawingml/2006/main">
            <a:off x="476250" y="125730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0">
                <a:solidFill>
                  <a:srgbClr val="192E41"/>
                </a:solidFill>
                <a:latin typeface="DejaVu Serif"/>
                <a:ea typeface="DejaVu Serif"/>
                <a:cs typeface="DejaVu Serif"/>
              </a:defRPr>
            </a:defPPr>
          </a:lstStyle>
          <a:p xmlns:a="http://schemas.openxmlformats.org/drawingml/2006/main">
            <a:pPr>
              <a:defRPr sz="2700" b="0">
                <a:solidFill>
                  <a:srgbClr val="192E41"/>
                </a:solidFill>
                <a:latin typeface="DejaVu Serif"/>
                <a:ea typeface="DejaVu Serif"/>
                <a:cs typeface="DejaVu Serif"/>
              </a:defRPr>
            </a:pPr>
            <a:r>
              <a:rPr sz="2700" b="0">
                <a:solidFill>
                  <a:srgbClr val="192E41"/>
                </a:solidFill>
                <a:latin typeface="DejaVu Serif"/>
                <a:ea typeface="DejaVu Serif"/>
                <a:cs typeface="DejaVu Serif"/>
              </a:rPr>
              <a:t>Practice needs more than a question list</a:t>
            </a:r>
          </a:p>
        </p:txBody>
      </p:sp>
      <p:sp>
        <p:nvSpPr>
          <p:cNvPr id="7" name="">
            <a:extLst xmlns:a="http://schemas.openxmlformats.org/drawingml/2006/main">
              <a:ext uri="{FF2B5EF4-FFF2-40B4-BE49-F238E27FC236}">
                <a16:creationId xmlns:a16="http://schemas.microsoft.com/office/drawing/2014/main" id="{63261800-A4D5-41E1-B8BC-1842E5A6900D}"/>
              </a:ext>
            </a:extLst>
          </p:cNvPr>
          <p:cNvSpPr>
            <a:spLocks xmlns:a="http://schemas.openxmlformats.org/drawingml/2006/main" noGrp="1"/>
          </p:cNvSpPr>
          <p:nvPr/>
        </p:nvSpPr>
        <p:spPr>
          <a:xfrm xmlns:a="http://schemas.openxmlformats.org/drawingml/2006/main">
            <a:off x="476250" y="2028825"/>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647583"/>
                </a:solidFill>
                <a:latin typeface="DejaVu Sans"/>
                <a:ea typeface="DejaVu Sans"/>
                <a:cs typeface="DejaVu Sans"/>
              </a:defRPr>
            </a:defPPr>
          </a:lstStyle>
          <a:p xmlns:a="http://schemas.openxmlformats.org/drawingml/2006/main">
            <a:pPr>
              <a:defRPr sz="1500" b="0">
                <a:solidFill>
                  <a:srgbClr val="647583"/>
                </a:solidFill>
                <a:latin typeface="DejaVu Sans"/>
                <a:ea typeface="DejaVu Sans"/>
                <a:cs typeface="DejaVu Sans"/>
              </a:defRPr>
            </a:pPr>
            <a:r>
              <a:rPr sz="1500" b="0">
                <a:solidFill>
                  <a:srgbClr val="647583"/>
                </a:solidFill>
                <a:latin typeface="DejaVu Sans"/>
                <a:ea typeface="DejaVu Sans"/>
                <a:cs typeface="DejaVu Sans"/>
              </a:rPr>
              <a:t>A repeatable interview session connects preparation with feedback.</a:t>
            </a:r>
          </a:p>
        </p:txBody>
      </p:sp>
      <p:sp>
        <p:nvSpPr>
          <p:cNvPr id="8" name="">
            <a:extLst xmlns:a="http://schemas.openxmlformats.org/drawingml/2006/main">
              <a:ext uri="{FF2B5EF4-FFF2-40B4-BE49-F238E27FC236}">
                <a16:creationId xmlns:a16="http://schemas.microsoft.com/office/drawing/2014/main" id="{CC84A4A0-4D2C-4C5D-A1BC-C53621AD848D}"/>
              </a:ext>
            </a:extLst>
          </p:cNvPr>
          <p:cNvSpPr>
            <a:spLocks xmlns:a="http://schemas.openxmlformats.org/drawingml/2006/main" noGrp="1"/>
          </p:cNvSpPr>
          <p:nvPr/>
        </p:nvSpPr>
        <p:spPr>
          <a:xfrm xmlns:a="http://schemas.openxmlformats.org/drawingml/2006/main">
            <a:off x="476250" y="280035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92E41"/>
                </a:solidFill>
                <a:latin typeface="DejaVu Sans"/>
                <a:ea typeface="DejaVu Sans"/>
                <a:cs typeface="DejaVu Sans"/>
              </a:defRPr>
            </a:defPPr>
          </a:lstStyle>
          <a:p xmlns:a="http://schemas.openxmlformats.org/drawingml/2006/main">
            <a:pPr>
              <a:defRPr sz="1725" b="1">
                <a:solidFill>
                  <a:srgbClr val="192E41"/>
                </a:solidFill>
                <a:latin typeface="DejaVu Sans"/>
                <a:ea typeface="DejaVu Sans"/>
                <a:cs typeface="DejaVu Sans"/>
              </a:defRPr>
            </a:pPr>
            <a:r>
              <a:rPr sz="1725" b="1">
                <a:solidFill>
                  <a:srgbClr val="192E41"/>
                </a:solidFill>
                <a:latin typeface="DejaVu Sans"/>
                <a:ea typeface="DejaVu Sans"/>
                <a:cs typeface="DejaVu Sans"/>
              </a:rPr>
              <a:t>Unstructured preparation</a:t>
            </a:r>
          </a:p>
        </p:txBody>
      </p:sp>
      <p:sp>
        <p:nvSpPr>
          <p:cNvPr id="9" name="">
            <a:extLst xmlns:a="http://schemas.openxmlformats.org/drawingml/2006/main">
              <a:ext uri="{FF2B5EF4-FFF2-40B4-BE49-F238E27FC236}">
                <a16:creationId xmlns:a16="http://schemas.microsoft.com/office/drawing/2014/main" id="{F13FDFE6-ABF9-460B-8B30-04E4EE9420DD}"/>
              </a:ext>
            </a:extLst>
          </p:cNvPr>
          <p:cNvSpPr>
            <a:spLocks xmlns:a="http://schemas.openxmlformats.org/drawingml/2006/main" noGrp="1"/>
          </p:cNvSpPr>
          <p:nvPr/>
        </p:nvSpPr>
        <p:spPr>
          <a:xfrm xmlns:a="http://schemas.openxmlformats.org/drawingml/2006/main">
            <a:off x="476250" y="3181350"/>
            <a:ext cx="5143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647583"/>
                </a:solidFill>
                <a:latin typeface="DejaVu Sans"/>
                <a:ea typeface="DejaVu Sans"/>
                <a:cs typeface="DejaVu Sans"/>
              </a:defRPr>
            </a:defPPr>
          </a:lstStyle>
          <a:p xmlns:a="http://schemas.openxmlformats.org/drawingml/2006/main">
            <a:pPr>
              <a:defRPr sz="1500" b="0">
                <a:solidFill>
                  <a:srgbClr val="647583"/>
                </a:solidFill>
                <a:latin typeface="DejaVu Sans"/>
                <a:ea typeface="DejaVu Sans"/>
                <a:cs typeface="DejaVu Sans"/>
              </a:defRPr>
            </a:pPr>
            <a:r>
              <a:rPr sz="1500" b="0">
                <a:solidFill>
                  <a:srgbClr val="647583"/>
                </a:solidFill>
                <a:latin typeface="DejaVu Sans"/>
                <a:ea typeface="DejaVu Sans"/>
                <a:cs typeface="DejaVu Sans"/>
              </a:rPr>
              <a:t>Question lists do not recreate a complete interview session.</a:t>
            </a:r>
          </a:p>
        </p:txBody>
      </p:sp>
      <p:sp>
        <p:nvSpPr>
          <p:cNvPr id="10" name="">
            <a:extLst xmlns:a="http://schemas.openxmlformats.org/drawingml/2006/main">
              <a:ext uri="{FF2B5EF4-FFF2-40B4-BE49-F238E27FC236}">
                <a16:creationId xmlns:a16="http://schemas.microsoft.com/office/drawing/2014/main" id="{8632CEC4-E01D-46D4-9A46-B98E8B7D3345}"/>
              </a:ext>
            </a:extLst>
          </p:cNvPr>
          <p:cNvSpPr>
            <a:spLocks xmlns:a="http://schemas.openxmlformats.org/drawingml/2006/main" noGrp="1"/>
          </p:cNvSpPr>
          <p:nvPr/>
        </p:nvSpPr>
        <p:spPr>
          <a:xfrm xmlns:a="http://schemas.openxmlformats.org/drawingml/2006/main">
            <a:off x="476250" y="3952875"/>
            <a:ext cx="5143500" cy="9525"/>
          </a:xfrm>
          <a:prstGeom xmlns:a="http://schemas.openxmlformats.org/drawingml/2006/main" prst="rect">
            <a:avLst/>
          </a:prstGeom>
          <a:solidFill xmlns:a="http://schemas.openxmlformats.org/drawingml/2006/main">
            <a:srgbClr val="D8DFE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C3543E5-389E-4858-8185-9A6DF4BD6C19}"/>
              </a:ext>
            </a:extLst>
          </p:cNvPr>
          <p:cNvSpPr>
            <a:spLocks xmlns:a="http://schemas.openxmlformats.org/drawingml/2006/main" noGrp="1"/>
          </p:cNvSpPr>
          <p:nvPr/>
        </p:nvSpPr>
        <p:spPr>
          <a:xfrm xmlns:a="http://schemas.openxmlformats.org/drawingml/2006/main">
            <a:off x="476250" y="411480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92E41"/>
                </a:solidFill>
                <a:latin typeface="DejaVu Sans"/>
                <a:ea typeface="DejaVu Sans"/>
                <a:cs typeface="DejaVu Sans"/>
              </a:defRPr>
            </a:defPPr>
          </a:lstStyle>
          <a:p xmlns:a="http://schemas.openxmlformats.org/drawingml/2006/main">
            <a:pPr>
              <a:defRPr sz="1725" b="1">
                <a:solidFill>
                  <a:srgbClr val="192E41"/>
                </a:solidFill>
                <a:latin typeface="DejaVu Sans"/>
                <a:ea typeface="DejaVu Sans"/>
                <a:cs typeface="DejaVu Sans"/>
              </a:defRPr>
            </a:pPr>
            <a:r>
              <a:rPr sz="1725" b="1">
                <a:solidFill>
                  <a:srgbClr val="192E41"/>
                </a:solidFill>
                <a:latin typeface="DejaVu Sans"/>
                <a:ea typeface="DejaVu Sans"/>
                <a:cs typeface="DejaVu Sans"/>
              </a:rPr>
              <a:t>Little immediate feedback</a:t>
            </a:r>
          </a:p>
        </p:txBody>
      </p:sp>
      <p:sp>
        <p:nvSpPr>
          <p:cNvPr id="12" name="">
            <a:extLst xmlns:a="http://schemas.openxmlformats.org/drawingml/2006/main">
              <a:ext uri="{FF2B5EF4-FFF2-40B4-BE49-F238E27FC236}">
                <a16:creationId xmlns:a16="http://schemas.microsoft.com/office/drawing/2014/main" id="{5C1B23CD-CF91-445D-A5B9-D3C3167A2FD4}"/>
              </a:ext>
            </a:extLst>
          </p:cNvPr>
          <p:cNvSpPr>
            <a:spLocks xmlns:a="http://schemas.openxmlformats.org/drawingml/2006/main" noGrp="1"/>
          </p:cNvSpPr>
          <p:nvPr/>
        </p:nvSpPr>
        <p:spPr>
          <a:xfrm xmlns:a="http://schemas.openxmlformats.org/drawingml/2006/main">
            <a:off x="476250" y="4495800"/>
            <a:ext cx="5143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647583"/>
                </a:solidFill>
                <a:latin typeface="DejaVu Sans"/>
                <a:ea typeface="DejaVu Sans"/>
                <a:cs typeface="DejaVu Sans"/>
              </a:defRPr>
            </a:defPPr>
          </a:lstStyle>
          <a:p xmlns:a="http://schemas.openxmlformats.org/drawingml/2006/main">
            <a:pPr>
              <a:defRPr sz="1500" b="0">
                <a:solidFill>
                  <a:srgbClr val="647583"/>
                </a:solidFill>
                <a:latin typeface="DejaVu Sans"/>
                <a:ea typeface="DejaVu Sans"/>
                <a:cs typeface="DejaVu Sans"/>
              </a:defRPr>
            </a:pPr>
            <a:r>
              <a:rPr sz="1500" b="0">
                <a:solidFill>
                  <a:srgbClr val="647583"/>
                </a:solidFill>
                <a:latin typeface="DejaVu Sans"/>
                <a:ea typeface="DejaVu Sans"/>
                <a:cs typeface="DejaVu Sans"/>
              </a:rPr>
              <a:t>Students may not know which ideas their answers missed.</a:t>
            </a:r>
          </a:p>
        </p:txBody>
      </p:sp>
      <p:sp>
        <p:nvSpPr>
          <p:cNvPr id="13" name="">
            <a:extLst xmlns:a="http://schemas.openxmlformats.org/drawingml/2006/main">
              <a:ext uri="{FF2B5EF4-FFF2-40B4-BE49-F238E27FC236}">
                <a16:creationId xmlns:a16="http://schemas.microsoft.com/office/drawing/2014/main" id="{5D973325-FD0B-4EEF-8A18-C4723C0749D5}"/>
              </a:ext>
            </a:extLst>
          </p:cNvPr>
          <p:cNvSpPr>
            <a:spLocks xmlns:a="http://schemas.openxmlformats.org/drawingml/2006/main" noGrp="1"/>
          </p:cNvSpPr>
          <p:nvPr/>
        </p:nvSpPr>
        <p:spPr>
          <a:xfrm xmlns:a="http://schemas.openxmlformats.org/drawingml/2006/main">
            <a:off x="476250" y="5267325"/>
            <a:ext cx="5143500" cy="9525"/>
          </a:xfrm>
          <a:prstGeom xmlns:a="http://schemas.openxmlformats.org/drawingml/2006/main" prst="rect">
            <a:avLst/>
          </a:prstGeom>
          <a:solidFill xmlns:a="http://schemas.openxmlformats.org/drawingml/2006/main">
            <a:srgbClr val="D8DFE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F061F52-0491-4E6D-AC26-99C4F80717F3}"/>
              </a:ext>
            </a:extLst>
          </p:cNvPr>
          <p:cNvSpPr>
            <a:spLocks xmlns:a="http://schemas.openxmlformats.org/drawingml/2006/main" noGrp="1"/>
          </p:cNvSpPr>
          <p:nvPr/>
        </p:nvSpPr>
        <p:spPr>
          <a:xfrm xmlns:a="http://schemas.openxmlformats.org/drawingml/2006/main">
            <a:off x="476250" y="5438775"/>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92E41"/>
                </a:solidFill>
                <a:latin typeface="DejaVu Sans"/>
                <a:ea typeface="DejaVu Sans"/>
                <a:cs typeface="DejaVu Sans"/>
              </a:defRPr>
            </a:defPPr>
          </a:lstStyle>
          <a:p xmlns:a="http://schemas.openxmlformats.org/drawingml/2006/main">
            <a:pPr>
              <a:defRPr sz="1725" b="1">
                <a:solidFill>
                  <a:srgbClr val="192E41"/>
                </a:solidFill>
                <a:latin typeface="DejaVu Sans"/>
                <a:ea typeface="DejaVu Sans"/>
                <a:cs typeface="DejaVu Sans"/>
              </a:defRPr>
            </a:pPr>
            <a:r>
              <a:rPr sz="1725" b="1">
                <a:solidFill>
                  <a:srgbClr val="192E41"/>
                </a:solidFill>
                <a:latin typeface="DejaVu Sans"/>
                <a:ea typeface="DejaVu Sans"/>
                <a:cs typeface="DejaVu Sans"/>
              </a:rPr>
              <a:t>No record to revisit</a:t>
            </a:r>
          </a:p>
        </p:txBody>
      </p:sp>
      <p:sp>
        <p:nvSpPr>
          <p:cNvPr id="15" name="">
            <a:extLst xmlns:a="http://schemas.openxmlformats.org/drawingml/2006/main">
              <a:ext uri="{FF2B5EF4-FFF2-40B4-BE49-F238E27FC236}">
                <a16:creationId xmlns:a16="http://schemas.microsoft.com/office/drawing/2014/main" id="{3E7C763A-048A-4C5C-B2E4-B1318B9D9256}"/>
              </a:ext>
            </a:extLst>
          </p:cNvPr>
          <p:cNvSpPr>
            <a:spLocks xmlns:a="http://schemas.openxmlformats.org/drawingml/2006/main" noGrp="1"/>
          </p:cNvSpPr>
          <p:nvPr/>
        </p:nvSpPr>
        <p:spPr>
          <a:xfrm xmlns:a="http://schemas.openxmlformats.org/drawingml/2006/main">
            <a:off x="476250" y="582930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647583"/>
                </a:solidFill>
                <a:latin typeface="DejaVu Sans"/>
                <a:ea typeface="DejaVu Sans"/>
                <a:cs typeface="DejaVu Sans"/>
              </a:defRPr>
            </a:defPPr>
          </a:lstStyle>
          <a:p xmlns:a="http://schemas.openxmlformats.org/drawingml/2006/main">
            <a:pPr>
              <a:defRPr sz="1500" b="0">
                <a:solidFill>
                  <a:srgbClr val="647583"/>
                </a:solidFill>
                <a:latin typeface="DejaVu Sans"/>
                <a:ea typeface="DejaVu Sans"/>
                <a:cs typeface="DejaVu Sans"/>
              </a:defRPr>
            </a:pPr>
            <a:r>
              <a:rPr sz="1500" b="0">
                <a:solidFill>
                  <a:srgbClr val="647583"/>
                </a:solidFill>
                <a:latin typeface="DejaVu Sans"/>
                <a:ea typeface="DejaVu Sans"/>
                <a:cs typeface="DejaVu Sans"/>
              </a:rPr>
              <a:t>Earlier answers are easily lost.</a:t>
            </a:r>
          </a:p>
        </p:txBody>
      </p:sp>
      <p:sp>
        <p:nvSpPr>
          <p:cNvPr id="16" name="">
            <a:extLst xmlns:a="http://schemas.openxmlformats.org/drawingml/2006/main">
              <a:ext uri="{FF2B5EF4-FFF2-40B4-BE49-F238E27FC236}">
                <a16:creationId xmlns:a16="http://schemas.microsoft.com/office/drawing/2014/main" id="{CC76E3B9-2152-4E05-B180-9DCB2BE184DE}"/>
              </a:ext>
            </a:extLst>
          </p:cNvPr>
          <p:cNvSpPr>
            <a:spLocks xmlns:a="http://schemas.openxmlformats.org/drawingml/2006/main" noGrp="1"/>
          </p:cNvSpPr>
          <p:nvPr/>
        </p:nvSpPr>
        <p:spPr>
          <a:xfrm xmlns:a="http://schemas.openxmlformats.org/drawingml/2006/main">
            <a:off x="6286500" y="2752725"/>
            <a:ext cx="5429250" cy="3371850"/>
          </a:xfrm>
          <a:prstGeom xmlns:a="http://schemas.openxmlformats.org/drawingml/2006/main" prst="rect">
            <a:avLst/>
          </a:prstGeom>
          <a:solidFill xmlns:a="http://schemas.openxmlformats.org/drawingml/2006/main">
            <a:srgbClr val="FFFFFF"/>
          </a:solidFill>
          <a:ln xmlns:a="http://schemas.openxmlformats.org/drawingml/2006/main" w="9525">
            <a:solidFill>
              <a:srgbClr val="D8DFE4"/>
            </a:solidFill>
            <a:prstDash val="solid"/>
          </a:ln>
        </p:spPr>
      </p:sp>
      <p:sp>
        <p:nvSpPr>
          <p:cNvPr id="17" name="">
            <a:extLst xmlns:a="http://schemas.openxmlformats.org/drawingml/2006/main">
              <a:ext uri="{FF2B5EF4-FFF2-40B4-BE49-F238E27FC236}">
                <a16:creationId xmlns:a16="http://schemas.microsoft.com/office/drawing/2014/main" id="{BEEABF94-4CFC-4A6B-85FB-EC7F3E9241B5}"/>
              </a:ext>
            </a:extLst>
          </p:cNvPr>
          <p:cNvSpPr>
            <a:spLocks xmlns:a="http://schemas.openxmlformats.org/drawingml/2006/main" noGrp="1"/>
          </p:cNvSpPr>
          <p:nvPr/>
        </p:nvSpPr>
        <p:spPr>
          <a:xfrm xmlns:a="http://schemas.openxmlformats.org/drawingml/2006/main">
            <a:off x="6572250" y="3009900"/>
            <a:ext cx="485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92E41"/>
                </a:solidFill>
                <a:latin typeface="DejaVu Serif"/>
                <a:ea typeface="DejaVu Serif"/>
                <a:cs typeface="DejaVu Serif"/>
              </a:defRPr>
            </a:defPPr>
          </a:lstStyle>
          <a:p xmlns:a="http://schemas.openxmlformats.org/drawingml/2006/main">
            <a:pPr>
              <a:defRPr sz="2100" b="0">
                <a:solidFill>
                  <a:srgbClr val="192E41"/>
                </a:solidFill>
                <a:latin typeface="DejaVu Serif"/>
                <a:ea typeface="DejaVu Serif"/>
                <a:cs typeface="DejaVu Serif"/>
              </a:defRPr>
            </a:pPr>
            <a:r>
              <a:rPr sz="2100" b="0">
                <a:solidFill>
                  <a:srgbClr val="192E41"/>
                </a:solidFill>
                <a:latin typeface="DejaVu Serif"/>
                <a:ea typeface="DejaVu Serif"/>
                <a:cs typeface="DejaVu Serif"/>
              </a:rPr>
              <a:t>Our objective</a:t>
            </a:r>
          </a:p>
        </p:txBody>
      </p:sp>
      <p:sp>
        <p:nvSpPr>
          <p:cNvPr id="18" name="">
            <a:extLst xmlns:a="http://schemas.openxmlformats.org/drawingml/2006/main">
              <a:ext uri="{FF2B5EF4-FFF2-40B4-BE49-F238E27FC236}">
                <a16:creationId xmlns:a16="http://schemas.microsoft.com/office/drawing/2014/main" id="{72703194-2279-452C-A560-0CD43C2D6AE5}"/>
              </a:ext>
            </a:extLst>
          </p:cNvPr>
          <p:cNvSpPr>
            <a:spLocks xmlns:a="http://schemas.openxmlformats.org/drawingml/2006/main" noGrp="1"/>
          </p:cNvSpPr>
          <p:nvPr/>
        </p:nvSpPr>
        <p:spPr>
          <a:xfrm xmlns:a="http://schemas.openxmlformats.org/drawingml/2006/main">
            <a:off x="6572250" y="35337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192E41"/>
                </a:solidFill>
                <a:latin typeface="DejaVu Sans"/>
                <a:ea typeface="DejaVu Sans"/>
                <a:cs typeface="DejaVu Sans"/>
              </a:defRPr>
            </a:defPPr>
          </a:lstStyle>
          <a:p xmlns:a="http://schemas.openxmlformats.org/drawingml/2006/main">
            <a:pPr>
              <a:defRPr sz="1800" b="0">
                <a:solidFill>
                  <a:srgbClr val="192E41"/>
                </a:solidFill>
                <a:latin typeface="DejaVu Sans"/>
                <a:ea typeface="DejaVu Sans"/>
                <a:cs typeface="DejaVu Sans"/>
              </a:defRPr>
            </a:pPr>
            <a:r>
              <a:rPr sz="1800" b="0">
                <a:solidFill>
                  <a:srgbClr val="192E41"/>
                </a:solidFill>
                <a:latin typeface="DejaVu Sans"/>
                <a:ea typeface="DejaVu Sans"/>
                <a:cs typeface="DejaVu Sans"/>
              </a:rPr>
              <a:t>Create a simple web app for guided practice with reviewable feedback.</a:t>
            </a:r>
          </a:p>
        </p:txBody>
      </p:sp>
      <p:sp>
        <p:nvSpPr>
          <p:cNvPr id="19" name="">
            <a:extLst xmlns:a="http://schemas.openxmlformats.org/drawingml/2006/main">
              <a:ext uri="{FF2B5EF4-FFF2-40B4-BE49-F238E27FC236}">
                <a16:creationId xmlns:a16="http://schemas.microsoft.com/office/drawing/2014/main" id="{11F38912-527E-4433-B002-3C5BB423784A}"/>
              </a:ext>
            </a:extLst>
          </p:cNvPr>
          <p:cNvSpPr>
            <a:spLocks xmlns:a="http://schemas.openxmlformats.org/drawingml/2006/main" noGrp="1"/>
          </p:cNvSpPr>
          <p:nvPr/>
        </p:nvSpPr>
        <p:spPr>
          <a:xfrm xmlns:a="http://schemas.openxmlformats.org/drawingml/2006/main">
            <a:off x="6572250" y="4543425"/>
            <a:ext cx="476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647583"/>
                </a:solidFill>
                <a:latin typeface="DejaVu Sans"/>
                <a:ea typeface="DejaVu Sans"/>
                <a:cs typeface="DejaVu Sans"/>
              </a:defRPr>
            </a:defPPr>
          </a:lstStyle>
          <a:p xmlns:a="http://schemas.openxmlformats.org/drawingml/2006/main">
            <a:pPr>
              <a:defRPr sz="1650" b="0">
                <a:solidFill>
                  <a:srgbClr val="647583"/>
                </a:solidFill>
                <a:latin typeface="DejaVu Sans"/>
                <a:ea typeface="DejaVu Sans"/>
                <a:cs typeface="DejaVu Sans"/>
              </a:defRPr>
            </a:pPr>
            <a:r>
              <a:rPr sz="1650" b="0">
                <a:solidFill>
                  <a:srgbClr val="647583"/>
                </a:solidFill>
                <a:latin typeface="DejaVu Sans"/>
                <a:ea typeface="DejaVu Sans"/>
                <a:cs typeface="DejaVu Sans"/>
              </a:rPr>
              <a:t>Relevant tracks</a:t>
            </a:r>
          </a:p>
          <a:p xmlns:a="http://schemas.openxmlformats.org/drawingml/2006/main">
            <a:pPr>
              <a:defRPr sz="1650" b="0">
                <a:solidFill>
                  <a:srgbClr val="647583"/>
                </a:solidFill>
                <a:latin typeface="DejaVu Sans"/>
                <a:ea typeface="DejaVu Sans"/>
                <a:cs typeface="DejaVu Sans"/>
              </a:defRPr>
            </a:pPr>
            <a:r>
              <a:rPr sz="1650" b="0">
                <a:solidFill>
                  <a:srgbClr val="647583"/>
                </a:solidFill>
                <a:latin typeface="DejaVu Sans"/>
                <a:ea typeface="DejaVu Sans"/>
                <a:cs typeface="DejaVu Sans"/>
              </a:rPr>
              <a:t>Timed prompts</a:t>
            </a:r>
          </a:p>
          <a:p xmlns:a="http://schemas.openxmlformats.org/drawingml/2006/main">
            <a:pPr>
              <a:defRPr sz="1650" b="0">
                <a:solidFill>
                  <a:srgbClr val="647583"/>
                </a:solidFill>
                <a:latin typeface="DejaVu Sans"/>
                <a:ea typeface="DejaVu Sans"/>
                <a:cs typeface="DejaVu Sans"/>
              </a:defRPr>
            </a:pPr>
            <a:r>
              <a:rPr sz="1650" b="0">
                <a:solidFill>
                  <a:srgbClr val="647583"/>
                </a:solidFill>
                <a:latin typeface="DejaVu Sans"/>
                <a:ea typeface="DejaVu Sans"/>
                <a:cs typeface="DejaVu Sans"/>
              </a:rPr>
              <a:t>Reference answers and saved reports</a:t>
            </a:r>
          </a:p>
        </p:txBody>
      </p:sp>
    </p:spTree>
    <p:extLst>
      <p:ext uri="{BB962C8B-B14F-4D97-AF65-F5344CB8AC3E}">
        <p14:creationId xmlns:p14="http://schemas.microsoft.com/office/powerpoint/2010/main" val="700288247"/>
      </p:ext>
    </p:extLst>
  </p:cSld>
</p:sld>
</file>

<file path=ppt/slides/slide3.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97533C9-D0EB-4D75-8052-D10395C6DB79}"/>
              </a:ext>
            </a:extLst>
          </p:cNvPr>
          <p:cNvSpPr>
            <a:spLocks xmlns:a="http://schemas.openxmlformats.org/drawingml/2006/main" noGrp="1"/>
          </p:cNvSpPr>
          <p:nvPr/>
        </p:nvSpPr>
        <p:spPr>
          <a:xfrm xmlns:a="http://schemas.openxmlformats.org/drawingml/2006/main">
            <a:off x="419100" y="276225"/>
            <a:ext cx="352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192E41"/>
                </a:solidFill>
                <a:latin typeface="DejaVu Sans"/>
                <a:ea typeface="DejaVu Sans"/>
                <a:cs typeface="DejaVu Sans"/>
              </a:defRPr>
            </a:defPPr>
          </a:lstStyle>
          <a:p xmlns:a="http://schemas.openxmlformats.org/drawingml/2006/main">
            <a:pPr>
              <a:defRPr sz="1050" b="1">
                <a:solidFill>
                  <a:srgbClr val="192E41"/>
                </a:solidFill>
                <a:latin typeface="DejaVu Sans"/>
                <a:ea typeface="DejaVu Sans"/>
                <a:cs typeface="DejaVu Sans"/>
              </a:defRPr>
            </a:pPr>
            <a:r>
              <a:rPr sz="1050" b="1">
                <a:solidFill>
                  <a:srgbClr val="192E41"/>
                </a:solidFill>
                <a:latin typeface="DejaVu Sans"/>
                <a:ea typeface="DejaVu Sans"/>
                <a:cs typeface="DejaVu Sans"/>
              </a:rPr>
              <a:t>K  /  KALMAN SYSTEMS</a:t>
            </a:r>
          </a:p>
        </p:txBody>
      </p:sp>
      <p:sp>
        <p:nvSpPr>
          <p:cNvPr id="2" name="">
            <a:extLst xmlns:a="http://schemas.openxmlformats.org/drawingml/2006/main">
              <a:ext uri="{FF2B5EF4-FFF2-40B4-BE49-F238E27FC236}">
                <a16:creationId xmlns:a16="http://schemas.microsoft.com/office/drawing/2014/main" id="{2BFA1FD3-F5B4-4508-8094-C8861F387B9E}"/>
              </a:ext>
            </a:extLst>
          </p:cNvPr>
          <p:cNvSpPr>
            <a:spLocks xmlns:a="http://schemas.openxmlformats.org/drawingml/2006/main" noGrp="1"/>
          </p:cNvSpPr>
          <p:nvPr/>
        </p:nvSpPr>
        <p:spPr>
          <a:xfrm xmlns:a="http://schemas.openxmlformats.org/drawingml/2006/main">
            <a:off x="7810500" y="314325"/>
            <a:ext cx="396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647583"/>
                </a:solidFill>
                <a:latin typeface="DejaVu Sans"/>
                <a:ea typeface="DejaVu Sans"/>
                <a:cs typeface="DejaVu Sans"/>
              </a:defRPr>
            </a:defPPr>
          </a:lstStyle>
          <a:p xmlns:a="http://schemas.openxmlformats.org/drawingml/2006/main">
            <a:pPr>
              <a:defRPr sz="900" b="0">
                <a:solidFill>
                  <a:srgbClr val="647583"/>
                </a:solidFill>
                <a:latin typeface="DejaVu Sans"/>
                <a:ea typeface="DejaVu Sans"/>
                <a:cs typeface="DejaVu Sans"/>
              </a:defRPr>
            </a:pPr>
            <a:r>
              <a:rPr sz="900" b="0">
                <a:solidFill>
                  <a:srgbClr val="647583"/>
                </a:solidFill>
                <a:latin typeface="DejaVu Sans"/>
                <a:ea typeface="DejaVu Sans"/>
                <a:cs typeface="DejaVu Sans"/>
              </a:rPr>
              <a:t>WEB TECHNOLOGIES / PBL</a:t>
            </a:r>
          </a:p>
        </p:txBody>
      </p:sp>
      <p:sp>
        <p:nvSpPr>
          <p:cNvPr id="3" name="">
            <a:extLst xmlns:a="http://schemas.openxmlformats.org/drawingml/2006/main">
              <a:ext uri="{FF2B5EF4-FFF2-40B4-BE49-F238E27FC236}">
                <a16:creationId xmlns:a16="http://schemas.microsoft.com/office/drawing/2014/main" id="{B44EC754-D47D-4EE9-A934-258F494A4396}"/>
              </a:ext>
            </a:extLst>
          </p:cNvPr>
          <p:cNvSpPr>
            <a:spLocks xmlns:a="http://schemas.openxmlformats.org/drawingml/2006/main" noGrp="1"/>
          </p:cNvSpPr>
          <p:nvPr/>
        </p:nvSpPr>
        <p:spPr>
          <a:xfrm xmlns:a="http://schemas.openxmlformats.org/drawingml/2006/main">
            <a:off x="419100" y="64008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647583"/>
                </a:solidFill>
                <a:latin typeface="DejaVu Sans"/>
                <a:ea typeface="DejaVu Sans"/>
                <a:cs typeface="DejaVu Sans"/>
              </a:defRPr>
            </a:defPPr>
          </a:lstStyle>
          <a:p xmlns:a="http://schemas.openxmlformats.org/drawingml/2006/main">
            <a:pPr>
              <a:defRPr sz="900" b="0">
                <a:solidFill>
                  <a:srgbClr val="647583"/>
                </a:solidFill>
                <a:latin typeface="DejaVu Sans"/>
                <a:ea typeface="DejaVu Sans"/>
                <a:cs typeface="DejaVu Sans"/>
              </a:defRPr>
            </a:pPr>
            <a:r>
              <a:rPr sz="900" b="0">
                <a:solidFill>
                  <a:srgbClr val="647583"/>
                </a:solidFill>
                <a:latin typeface="DejaVu Sans"/>
                <a:ea typeface="DejaVu Sans"/>
                <a:cs typeface="DejaVu Sans"/>
              </a:rPr>
              <a:t>03 / 06</a:t>
            </a:r>
          </a:p>
        </p:txBody>
      </p:sp>
      <p:sp>
        <p:nvSpPr>
          <p:cNvPr id="4" name="">
            <a:extLst xmlns:a="http://schemas.openxmlformats.org/drawingml/2006/main">
              <a:ext uri="{FF2B5EF4-FFF2-40B4-BE49-F238E27FC236}">
                <a16:creationId xmlns:a16="http://schemas.microsoft.com/office/drawing/2014/main" id="{282927F7-404A-4F7C-8738-22A0FFF8C8C1}"/>
              </a:ext>
            </a:extLst>
          </p:cNvPr>
          <p:cNvSpPr>
            <a:spLocks xmlns:a="http://schemas.openxmlformats.org/drawingml/2006/main" noGrp="1"/>
          </p:cNvSpPr>
          <p:nvPr/>
        </p:nvSpPr>
        <p:spPr>
          <a:xfrm xmlns:a="http://schemas.openxmlformats.org/drawingml/2006/main">
            <a:off x="0" y="6829425"/>
            <a:ext cx="6096000" cy="28575"/>
          </a:xfrm>
          <a:prstGeom xmlns:a="http://schemas.openxmlformats.org/drawingml/2006/main" prst="rect">
            <a:avLst/>
          </a:prstGeom>
          <a:solidFill xmlns:a="http://schemas.openxmlformats.org/drawingml/2006/main">
            <a:srgbClr val="2566B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0E0272D-A866-4B7A-AC21-01A048BA7663}"/>
              </a:ext>
            </a:extLst>
          </p:cNvPr>
          <p:cNvSpPr>
            <a:spLocks xmlns:a="http://schemas.openxmlformats.org/drawingml/2006/main" noGrp="1"/>
          </p:cNvSpPr>
          <p:nvPr/>
        </p:nvSpPr>
        <p:spPr>
          <a:xfrm xmlns:a="http://schemas.openxmlformats.org/drawingml/2006/main">
            <a:off x="476250" y="933450"/>
            <a:ext cx="1104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566B0"/>
                </a:solidFill>
                <a:latin typeface="DejaVu Sans"/>
                <a:ea typeface="DejaVu Sans"/>
                <a:cs typeface="DejaVu Sans"/>
              </a:defRPr>
            </a:defPPr>
          </a:lstStyle>
          <a:p xmlns:a="http://schemas.openxmlformats.org/drawingml/2006/main">
            <a:pPr>
              <a:defRPr sz="900" b="1">
                <a:solidFill>
                  <a:srgbClr val="2566B0"/>
                </a:solidFill>
                <a:latin typeface="DejaVu Sans"/>
                <a:ea typeface="DejaVu Sans"/>
                <a:cs typeface="DejaVu Sans"/>
              </a:defRPr>
            </a:pPr>
            <a:r>
              <a:rPr sz="900" b="1">
                <a:solidFill>
                  <a:srgbClr val="2566B0"/>
                </a:solidFill>
                <a:latin typeface="DejaVu Sans"/>
                <a:ea typeface="DejaVu Sans"/>
                <a:cs typeface="DejaVu Sans"/>
              </a:rPr>
              <a:t>02 / METHODOLOGY &amp; WEB CONCEPTS</a:t>
            </a:r>
          </a:p>
        </p:txBody>
      </p:sp>
      <p:sp>
        <p:nvSpPr>
          <p:cNvPr id="6" name="">
            <a:extLst xmlns:a="http://schemas.openxmlformats.org/drawingml/2006/main">
              <a:ext uri="{FF2B5EF4-FFF2-40B4-BE49-F238E27FC236}">
                <a16:creationId xmlns:a16="http://schemas.microsoft.com/office/drawing/2014/main" id="{A2EA7D26-1AD9-4527-8B94-642AF7D7B1D6}"/>
              </a:ext>
            </a:extLst>
          </p:cNvPr>
          <p:cNvSpPr>
            <a:spLocks xmlns:a="http://schemas.openxmlformats.org/drawingml/2006/main" noGrp="1"/>
          </p:cNvSpPr>
          <p:nvPr/>
        </p:nvSpPr>
        <p:spPr>
          <a:xfrm xmlns:a="http://schemas.openxmlformats.org/drawingml/2006/main">
            <a:off x="476250" y="125730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0">
                <a:solidFill>
                  <a:srgbClr val="192E41"/>
                </a:solidFill>
                <a:latin typeface="DejaVu Serif"/>
                <a:ea typeface="DejaVu Serif"/>
                <a:cs typeface="DejaVu Serif"/>
              </a:defRPr>
            </a:defPPr>
          </a:lstStyle>
          <a:p xmlns:a="http://schemas.openxmlformats.org/drawingml/2006/main">
            <a:pPr>
              <a:defRPr sz="2700" b="0">
                <a:solidFill>
                  <a:srgbClr val="192E41"/>
                </a:solidFill>
                <a:latin typeface="DejaVu Serif"/>
                <a:ea typeface="DejaVu Serif"/>
                <a:cs typeface="DejaVu Serif"/>
              </a:defRPr>
            </a:pPr>
            <a:r>
              <a:rPr sz="2700" b="0">
                <a:solidFill>
                  <a:srgbClr val="192E41"/>
                </a:solidFill>
                <a:latin typeface="DejaVu Serif"/>
                <a:ea typeface="DejaVu Serif"/>
                <a:cs typeface="DejaVu Serif"/>
              </a:rPr>
              <a:t>A simple workflow, built with web fundamentals</a:t>
            </a:r>
          </a:p>
        </p:txBody>
      </p:sp>
      <p:sp>
        <p:nvSpPr>
          <p:cNvPr id="7" name="">
            <a:extLst xmlns:a="http://schemas.openxmlformats.org/drawingml/2006/main">
              <a:ext uri="{FF2B5EF4-FFF2-40B4-BE49-F238E27FC236}">
                <a16:creationId xmlns:a16="http://schemas.microsoft.com/office/drawing/2014/main" id="{7672A8F1-21E4-4712-A38E-CD7638DD9E37}"/>
              </a:ext>
            </a:extLst>
          </p:cNvPr>
          <p:cNvSpPr>
            <a:spLocks xmlns:a="http://schemas.openxmlformats.org/drawingml/2006/main" noGrp="1"/>
          </p:cNvSpPr>
          <p:nvPr/>
        </p:nvSpPr>
        <p:spPr>
          <a:xfrm xmlns:a="http://schemas.openxmlformats.org/drawingml/2006/main">
            <a:off x="476250" y="2028825"/>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647583"/>
                </a:solidFill>
                <a:latin typeface="DejaVu Sans"/>
                <a:ea typeface="DejaVu Sans"/>
                <a:cs typeface="DejaVu Sans"/>
              </a:defRPr>
            </a:defPPr>
          </a:lstStyle>
          <a:p xmlns:a="http://schemas.openxmlformats.org/drawingml/2006/main">
            <a:pPr>
              <a:defRPr sz="1500" b="0">
                <a:solidFill>
                  <a:srgbClr val="647583"/>
                </a:solidFill>
                <a:latin typeface="DejaVu Sans"/>
                <a:ea typeface="DejaVu Sans"/>
                <a:cs typeface="DejaVu Sans"/>
              </a:defRPr>
            </a:pPr>
            <a:r>
              <a:rPr sz="1500" b="0">
                <a:solidFill>
                  <a:srgbClr val="647583"/>
                </a:solidFill>
                <a:latin typeface="DejaVu Sans"/>
                <a:ea typeface="DejaVu Sans"/>
                <a:cs typeface="DejaVu Sans"/>
              </a:rPr>
              <a:t>Choose a track → answer questions → review feedback → revisit the report.</a:t>
            </a:r>
          </a:p>
        </p:txBody>
      </p:sp>
      <p:sp>
        <p:nvSpPr>
          <p:cNvPr id="8" name="">
            <a:extLst xmlns:a="http://schemas.openxmlformats.org/drawingml/2006/main">
              <a:ext uri="{FF2B5EF4-FFF2-40B4-BE49-F238E27FC236}">
                <a16:creationId xmlns:a16="http://schemas.microsoft.com/office/drawing/2014/main" id="{75FAF9CB-4344-429D-91A8-AADC9A75EDCC}"/>
              </a:ext>
            </a:extLst>
          </p:cNvPr>
          <p:cNvSpPr>
            <a:spLocks xmlns:a="http://schemas.openxmlformats.org/drawingml/2006/main" noGrp="1"/>
          </p:cNvSpPr>
          <p:nvPr/>
        </p:nvSpPr>
        <p:spPr>
          <a:xfrm xmlns:a="http://schemas.openxmlformats.org/drawingml/2006/main">
            <a:off x="476250" y="2857500"/>
            <a:ext cx="2667000" cy="1905000"/>
          </a:xfrm>
          <a:prstGeom xmlns:a="http://schemas.openxmlformats.org/drawingml/2006/main" prst="rect">
            <a:avLst/>
          </a:prstGeom>
          <a:solidFill xmlns:a="http://schemas.openxmlformats.org/drawingml/2006/main">
            <a:srgbClr val="FFFFFF"/>
          </a:solidFill>
          <a:ln xmlns:a="http://schemas.openxmlformats.org/drawingml/2006/main" w="9525">
            <a:solidFill>
              <a:srgbClr val="D8DFE4"/>
            </a:solidFill>
            <a:prstDash val="solid"/>
          </a:ln>
        </p:spPr>
      </p:sp>
      <p:sp>
        <p:nvSpPr>
          <p:cNvPr id="9" name="">
            <a:extLst xmlns:a="http://schemas.openxmlformats.org/drawingml/2006/main">
              <a:ext uri="{FF2B5EF4-FFF2-40B4-BE49-F238E27FC236}">
                <a16:creationId xmlns:a16="http://schemas.microsoft.com/office/drawing/2014/main" id="{D84DF437-D7C1-4CC4-BC9C-ED49D3443DA0}"/>
              </a:ext>
            </a:extLst>
          </p:cNvPr>
          <p:cNvSpPr>
            <a:spLocks xmlns:a="http://schemas.openxmlformats.org/drawingml/2006/main" noGrp="1"/>
          </p:cNvSpPr>
          <p:nvPr/>
        </p:nvSpPr>
        <p:spPr>
          <a:xfrm xmlns:a="http://schemas.openxmlformats.org/drawingml/2006/main">
            <a:off x="685800" y="3057525"/>
            <a:ext cx="2247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2566B0"/>
                </a:solidFill>
                <a:latin typeface="DejaVu Serif"/>
                <a:ea typeface="DejaVu Serif"/>
                <a:cs typeface="DejaVu Serif"/>
              </a:defRPr>
            </a:defPPr>
          </a:lstStyle>
          <a:p xmlns:a="http://schemas.openxmlformats.org/drawingml/2006/main">
            <a:pPr>
              <a:defRPr sz="2550" b="0">
                <a:solidFill>
                  <a:srgbClr val="2566B0"/>
                </a:solidFill>
                <a:latin typeface="DejaVu Serif"/>
                <a:ea typeface="DejaVu Serif"/>
                <a:cs typeface="DejaVu Serif"/>
              </a:defRPr>
            </a:pPr>
            <a:r>
              <a:rPr sz="2550" b="0">
                <a:solidFill>
                  <a:srgbClr val="2566B0"/>
                </a:solidFill>
                <a:latin typeface="DejaVu Serif"/>
                <a:ea typeface="DejaVu Serif"/>
                <a:cs typeface="DejaVu Serif"/>
              </a:rPr>
              <a:t>01</a:t>
            </a:r>
          </a:p>
        </p:txBody>
      </p:sp>
      <p:sp>
        <p:nvSpPr>
          <p:cNvPr id="10" name="">
            <a:extLst xmlns:a="http://schemas.openxmlformats.org/drawingml/2006/main">
              <a:ext uri="{FF2B5EF4-FFF2-40B4-BE49-F238E27FC236}">
                <a16:creationId xmlns:a16="http://schemas.microsoft.com/office/drawing/2014/main" id="{739913B4-2A4F-4483-B5F8-75123175A3CB}"/>
              </a:ext>
            </a:extLst>
          </p:cNvPr>
          <p:cNvSpPr>
            <a:spLocks xmlns:a="http://schemas.openxmlformats.org/drawingml/2006/main" noGrp="1"/>
          </p:cNvSpPr>
          <p:nvPr/>
        </p:nvSpPr>
        <p:spPr>
          <a:xfrm xmlns:a="http://schemas.openxmlformats.org/drawingml/2006/main">
            <a:off x="685800" y="3609975"/>
            <a:ext cx="2247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92E41"/>
                </a:solidFill>
                <a:latin typeface="DejaVu Sans"/>
                <a:ea typeface="DejaVu Sans"/>
                <a:cs typeface="DejaVu Sans"/>
              </a:defRPr>
            </a:defPPr>
          </a:lstStyle>
          <a:p xmlns:a="http://schemas.openxmlformats.org/drawingml/2006/main">
            <a:pPr>
              <a:defRPr sz="1950" b="1">
                <a:solidFill>
                  <a:srgbClr val="192E41"/>
                </a:solidFill>
                <a:latin typeface="DejaVu Sans"/>
                <a:ea typeface="DejaVu Sans"/>
                <a:cs typeface="DejaVu Sans"/>
              </a:defRPr>
            </a:pPr>
            <a:r>
              <a:rPr sz="1950" b="1">
                <a:solidFill>
                  <a:srgbClr val="192E41"/>
                </a:solidFill>
                <a:latin typeface="DejaVu Sans"/>
                <a:ea typeface="DejaVu Sans"/>
                <a:cs typeface="DejaVu Sans"/>
              </a:rPr>
              <a:t>Set up</a:t>
            </a:r>
          </a:p>
        </p:txBody>
      </p:sp>
      <p:sp>
        <p:nvSpPr>
          <p:cNvPr id="11" name="">
            <a:extLst xmlns:a="http://schemas.openxmlformats.org/drawingml/2006/main">
              <a:ext uri="{FF2B5EF4-FFF2-40B4-BE49-F238E27FC236}">
                <a16:creationId xmlns:a16="http://schemas.microsoft.com/office/drawing/2014/main" id="{1FDC4A6E-9350-459E-951F-1F007E3D1429}"/>
              </a:ext>
            </a:extLst>
          </p:cNvPr>
          <p:cNvSpPr>
            <a:spLocks xmlns:a="http://schemas.openxmlformats.org/drawingml/2006/main" noGrp="1"/>
          </p:cNvSpPr>
          <p:nvPr/>
        </p:nvSpPr>
        <p:spPr>
          <a:xfrm xmlns:a="http://schemas.openxmlformats.org/drawingml/2006/main">
            <a:off x="685800" y="4086225"/>
            <a:ext cx="2266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47583"/>
                </a:solidFill>
                <a:latin typeface="DejaVu Sans"/>
                <a:ea typeface="DejaVu Sans"/>
                <a:cs typeface="DejaVu Sans"/>
              </a:defRPr>
            </a:defPPr>
          </a:lstStyle>
          <a:p xmlns:a="http://schemas.openxmlformats.org/drawingml/2006/main">
            <a:pPr>
              <a:defRPr sz="1350" b="0">
                <a:solidFill>
                  <a:srgbClr val="647583"/>
                </a:solidFill>
                <a:latin typeface="DejaVu Sans"/>
                <a:ea typeface="DejaVu Sans"/>
                <a:cs typeface="DejaVu Sans"/>
              </a:defRPr>
            </a:pPr>
            <a:r>
              <a:rPr sz="1350" b="0">
                <a:solidFill>
                  <a:srgbClr val="647583"/>
                </a:solidFill>
                <a:latin typeface="DejaVu Sans"/>
                <a:ea typeface="DejaVu Sans"/>
                <a:cs typeface="DejaVu Sans"/>
              </a:rPr>
              <a:t>HTML forms</a:t>
            </a:r>
          </a:p>
          <a:p xmlns:a="http://schemas.openxmlformats.org/drawingml/2006/main">
            <a:pPr>
              <a:defRPr sz="1350" b="0">
                <a:solidFill>
                  <a:srgbClr val="647583"/>
                </a:solidFill>
                <a:latin typeface="DejaVu Sans"/>
                <a:ea typeface="DejaVu Sans"/>
                <a:cs typeface="DejaVu Sans"/>
              </a:defRPr>
            </a:pPr>
            <a:r>
              <a:rPr sz="1350" b="0">
                <a:solidFill>
                  <a:srgbClr val="647583"/>
                </a:solidFill>
                <a:latin typeface="DejaVu Sans"/>
                <a:ea typeface="DejaVu Sans"/>
                <a:cs typeface="DejaVu Sans"/>
              </a:rPr>
              <a:t>Server validation</a:t>
            </a:r>
          </a:p>
        </p:txBody>
      </p:sp>
      <p:sp>
        <p:nvSpPr>
          <p:cNvPr id="12" name="">
            <a:extLst xmlns:a="http://schemas.openxmlformats.org/drawingml/2006/main">
              <a:ext uri="{FF2B5EF4-FFF2-40B4-BE49-F238E27FC236}">
                <a16:creationId xmlns:a16="http://schemas.microsoft.com/office/drawing/2014/main" id="{E95DBBD8-58F9-4409-9299-DCF98141EBD5}"/>
              </a:ext>
            </a:extLst>
          </p:cNvPr>
          <p:cNvSpPr>
            <a:spLocks xmlns:a="http://schemas.openxmlformats.org/drawingml/2006/main" noGrp="1"/>
          </p:cNvSpPr>
          <p:nvPr/>
        </p:nvSpPr>
        <p:spPr>
          <a:xfrm xmlns:a="http://schemas.openxmlformats.org/drawingml/2006/main">
            <a:off x="3333750" y="2857500"/>
            <a:ext cx="2667000" cy="1905000"/>
          </a:xfrm>
          <a:prstGeom xmlns:a="http://schemas.openxmlformats.org/drawingml/2006/main" prst="rect">
            <a:avLst/>
          </a:prstGeom>
          <a:solidFill xmlns:a="http://schemas.openxmlformats.org/drawingml/2006/main">
            <a:srgbClr val="FFFFFF"/>
          </a:solidFill>
          <a:ln xmlns:a="http://schemas.openxmlformats.org/drawingml/2006/main" w="9525">
            <a:solidFill>
              <a:srgbClr val="D8DFE4"/>
            </a:solidFill>
            <a:prstDash val="solid"/>
          </a:ln>
        </p:spPr>
      </p:sp>
      <p:sp>
        <p:nvSpPr>
          <p:cNvPr id="13" name="">
            <a:extLst xmlns:a="http://schemas.openxmlformats.org/drawingml/2006/main">
              <a:ext uri="{FF2B5EF4-FFF2-40B4-BE49-F238E27FC236}">
                <a16:creationId xmlns:a16="http://schemas.microsoft.com/office/drawing/2014/main" id="{E32B863D-C4CA-45EF-AED7-56DCE1A8D0F1}"/>
              </a:ext>
            </a:extLst>
          </p:cNvPr>
          <p:cNvSpPr>
            <a:spLocks xmlns:a="http://schemas.openxmlformats.org/drawingml/2006/main" noGrp="1"/>
          </p:cNvSpPr>
          <p:nvPr/>
        </p:nvSpPr>
        <p:spPr>
          <a:xfrm xmlns:a="http://schemas.openxmlformats.org/drawingml/2006/main">
            <a:off x="3543300" y="3057525"/>
            <a:ext cx="2247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2566B0"/>
                </a:solidFill>
                <a:latin typeface="DejaVu Serif"/>
                <a:ea typeface="DejaVu Serif"/>
                <a:cs typeface="DejaVu Serif"/>
              </a:defRPr>
            </a:defPPr>
          </a:lstStyle>
          <a:p xmlns:a="http://schemas.openxmlformats.org/drawingml/2006/main">
            <a:pPr>
              <a:defRPr sz="2550" b="0">
                <a:solidFill>
                  <a:srgbClr val="2566B0"/>
                </a:solidFill>
                <a:latin typeface="DejaVu Serif"/>
                <a:ea typeface="DejaVu Serif"/>
                <a:cs typeface="DejaVu Serif"/>
              </a:defRPr>
            </a:pPr>
            <a:r>
              <a:rPr sz="2550" b="0">
                <a:solidFill>
                  <a:srgbClr val="2566B0"/>
                </a:solidFill>
                <a:latin typeface="DejaVu Serif"/>
                <a:ea typeface="DejaVu Serif"/>
                <a:cs typeface="DejaVu Serif"/>
              </a:rPr>
              <a:t>02</a:t>
            </a:r>
          </a:p>
        </p:txBody>
      </p:sp>
      <p:sp>
        <p:nvSpPr>
          <p:cNvPr id="14" name="">
            <a:extLst xmlns:a="http://schemas.openxmlformats.org/drawingml/2006/main">
              <a:ext uri="{FF2B5EF4-FFF2-40B4-BE49-F238E27FC236}">
                <a16:creationId xmlns:a16="http://schemas.microsoft.com/office/drawing/2014/main" id="{F2A9DFD5-17AA-4019-82EE-133C6D382790}"/>
              </a:ext>
            </a:extLst>
          </p:cNvPr>
          <p:cNvSpPr>
            <a:spLocks xmlns:a="http://schemas.openxmlformats.org/drawingml/2006/main" noGrp="1"/>
          </p:cNvSpPr>
          <p:nvPr/>
        </p:nvSpPr>
        <p:spPr>
          <a:xfrm xmlns:a="http://schemas.openxmlformats.org/drawingml/2006/main">
            <a:off x="3543300" y="3609975"/>
            <a:ext cx="2247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92E41"/>
                </a:solidFill>
                <a:latin typeface="DejaVu Sans"/>
                <a:ea typeface="DejaVu Sans"/>
                <a:cs typeface="DejaVu Sans"/>
              </a:defRPr>
            </a:defPPr>
          </a:lstStyle>
          <a:p xmlns:a="http://schemas.openxmlformats.org/drawingml/2006/main">
            <a:pPr>
              <a:defRPr sz="1950" b="1">
                <a:solidFill>
                  <a:srgbClr val="192E41"/>
                </a:solidFill>
                <a:latin typeface="DejaVu Sans"/>
                <a:ea typeface="DejaVu Sans"/>
                <a:cs typeface="DejaVu Sans"/>
              </a:defRPr>
            </a:pPr>
            <a:r>
              <a:rPr sz="1950" b="1">
                <a:solidFill>
                  <a:srgbClr val="192E41"/>
                </a:solidFill>
                <a:latin typeface="DejaVu Sans"/>
                <a:ea typeface="DejaVu Sans"/>
                <a:cs typeface="DejaVu Sans"/>
              </a:rPr>
              <a:t>Answer</a:t>
            </a:r>
          </a:p>
        </p:txBody>
      </p:sp>
      <p:sp>
        <p:nvSpPr>
          <p:cNvPr id="15" name="">
            <a:extLst xmlns:a="http://schemas.openxmlformats.org/drawingml/2006/main">
              <a:ext uri="{FF2B5EF4-FFF2-40B4-BE49-F238E27FC236}">
                <a16:creationId xmlns:a16="http://schemas.microsoft.com/office/drawing/2014/main" id="{18318FB0-8433-4352-949C-8D241380F983}"/>
              </a:ext>
            </a:extLst>
          </p:cNvPr>
          <p:cNvSpPr>
            <a:spLocks xmlns:a="http://schemas.openxmlformats.org/drawingml/2006/main" noGrp="1"/>
          </p:cNvSpPr>
          <p:nvPr/>
        </p:nvSpPr>
        <p:spPr>
          <a:xfrm xmlns:a="http://schemas.openxmlformats.org/drawingml/2006/main">
            <a:off x="3543300" y="4086225"/>
            <a:ext cx="2266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47583"/>
                </a:solidFill>
                <a:latin typeface="DejaVu Sans"/>
                <a:ea typeface="DejaVu Sans"/>
                <a:cs typeface="DejaVu Sans"/>
              </a:defRPr>
            </a:defPPr>
          </a:lstStyle>
          <a:p xmlns:a="http://schemas.openxmlformats.org/drawingml/2006/main">
            <a:pPr>
              <a:defRPr sz="1350" b="0">
                <a:solidFill>
                  <a:srgbClr val="647583"/>
                </a:solidFill>
                <a:latin typeface="DejaVu Sans"/>
                <a:ea typeface="DejaVu Sans"/>
                <a:cs typeface="DejaVu Sans"/>
              </a:defRPr>
            </a:pPr>
            <a:r>
              <a:rPr sz="1350" b="0">
                <a:solidFill>
                  <a:srgbClr val="647583"/>
                </a:solidFill>
                <a:latin typeface="DejaVu Sans"/>
                <a:ea typeface="DejaVu Sans"/>
                <a:cs typeface="DejaVu Sans"/>
              </a:rPr>
              <a:t>DOM events</a:t>
            </a:r>
          </a:p>
          <a:p xmlns:a="http://schemas.openxmlformats.org/drawingml/2006/main">
            <a:pPr>
              <a:defRPr sz="1350" b="0">
                <a:solidFill>
                  <a:srgbClr val="647583"/>
                </a:solidFill>
                <a:latin typeface="DejaVu Sans"/>
                <a:ea typeface="DejaVu Sans"/>
                <a:cs typeface="DejaVu Sans"/>
              </a:defRPr>
            </a:pPr>
            <a:r>
              <a:rPr sz="1350" b="0">
                <a:solidFill>
                  <a:srgbClr val="647583"/>
                </a:solidFill>
                <a:latin typeface="DejaVu Sans"/>
                <a:ea typeface="DejaVu Sans"/>
                <a:cs typeface="DejaVu Sans"/>
              </a:rPr>
              <a:t>Drafts + timer</a:t>
            </a:r>
          </a:p>
        </p:txBody>
      </p:sp>
      <p:sp>
        <p:nvSpPr>
          <p:cNvPr id="16" name="">
            <a:extLst xmlns:a="http://schemas.openxmlformats.org/drawingml/2006/main">
              <a:ext uri="{FF2B5EF4-FFF2-40B4-BE49-F238E27FC236}">
                <a16:creationId xmlns:a16="http://schemas.microsoft.com/office/drawing/2014/main" id="{B18B2C0D-AB94-4946-9AFC-A315ABF97FC1}"/>
              </a:ext>
            </a:extLst>
          </p:cNvPr>
          <p:cNvSpPr>
            <a:spLocks xmlns:a="http://schemas.openxmlformats.org/drawingml/2006/main" noGrp="1"/>
          </p:cNvSpPr>
          <p:nvPr/>
        </p:nvSpPr>
        <p:spPr>
          <a:xfrm xmlns:a="http://schemas.openxmlformats.org/drawingml/2006/main">
            <a:off x="6191250" y="2857500"/>
            <a:ext cx="2667000" cy="1905000"/>
          </a:xfrm>
          <a:prstGeom xmlns:a="http://schemas.openxmlformats.org/drawingml/2006/main" prst="rect">
            <a:avLst/>
          </a:prstGeom>
          <a:solidFill xmlns:a="http://schemas.openxmlformats.org/drawingml/2006/main">
            <a:srgbClr val="FFFFFF"/>
          </a:solidFill>
          <a:ln xmlns:a="http://schemas.openxmlformats.org/drawingml/2006/main" w="9525">
            <a:solidFill>
              <a:srgbClr val="D8DFE4"/>
            </a:solidFill>
            <a:prstDash val="solid"/>
          </a:ln>
        </p:spPr>
      </p:sp>
      <p:sp>
        <p:nvSpPr>
          <p:cNvPr id="17" name="">
            <a:extLst xmlns:a="http://schemas.openxmlformats.org/drawingml/2006/main">
              <a:ext uri="{FF2B5EF4-FFF2-40B4-BE49-F238E27FC236}">
                <a16:creationId xmlns:a16="http://schemas.microsoft.com/office/drawing/2014/main" id="{3320ACE6-D19A-42A5-AA58-EC64EE603444}"/>
              </a:ext>
            </a:extLst>
          </p:cNvPr>
          <p:cNvSpPr>
            <a:spLocks xmlns:a="http://schemas.openxmlformats.org/drawingml/2006/main" noGrp="1"/>
          </p:cNvSpPr>
          <p:nvPr/>
        </p:nvSpPr>
        <p:spPr>
          <a:xfrm xmlns:a="http://schemas.openxmlformats.org/drawingml/2006/main">
            <a:off x="6400800" y="3057525"/>
            <a:ext cx="2247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2566B0"/>
                </a:solidFill>
                <a:latin typeface="DejaVu Serif"/>
                <a:ea typeface="DejaVu Serif"/>
                <a:cs typeface="DejaVu Serif"/>
              </a:defRPr>
            </a:defPPr>
          </a:lstStyle>
          <a:p xmlns:a="http://schemas.openxmlformats.org/drawingml/2006/main">
            <a:pPr>
              <a:defRPr sz="2550" b="0">
                <a:solidFill>
                  <a:srgbClr val="2566B0"/>
                </a:solidFill>
                <a:latin typeface="DejaVu Serif"/>
                <a:ea typeface="DejaVu Serif"/>
                <a:cs typeface="DejaVu Serif"/>
              </a:defRPr>
            </a:pPr>
            <a:r>
              <a:rPr sz="2550" b="0">
                <a:solidFill>
                  <a:srgbClr val="2566B0"/>
                </a:solidFill>
                <a:latin typeface="DejaVu Serif"/>
                <a:ea typeface="DejaVu Serif"/>
                <a:cs typeface="DejaVu Serif"/>
              </a:rPr>
              <a:t>03</a:t>
            </a:r>
          </a:p>
        </p:txBody>
      </p:sp>
      <p:sp>
        <p:nvSpPr>
          <p:cNvPr id="18" name="">
            <a:extLst xmlns:a="http://schemas.openxmlformats.org/drawingml/2006/main">
              <a:ext uri="{FF2B5EF4-FFF2-40B4-BE49-F238E27FC236}">
                <a16:creationId xmlns:a16="http://schemas.microsoft.com/office/drawing/2014/main" id="{791A89B8-DF8B-4ACB-B00C-9C3AC79253B7}"/>
              </a:ext>
            </a:extLst>
          </p:cNvPr>
          <p:cNvSpPr>
            <a:spLocks xmlns:a="http://schemas.openxmlformats.org/drawingml/2006/main" noGrp="1"/>
          </p:cNvSpPr>
          <p:nvPr/>
        </p:nvSpPr>
        <p:spPr>
          <a:xfrm xmlns:a="http://schemas.openxmlformats.org/drawingml/2006/main">
            <a:off x="6400800" y="3609975"/>
            <a:ext cx="2247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92E41"/>
                </a:solidFill>
                <a:latin typeface="DejaVu Sans"/>
                <a:ea typeface="DejaVu Sans"/>
                <a:cs typeface="DejaVu Sans"/>
              </a:defRPr>
            </a:defPPr>
          </a:lstStyle>
          <a:p xmlns:a="http://schemas.openxmlformats.org/drawingml/2006/main">
            <a:pPr>
              <a:defRPr sz="1950" b="1">
                <a:solidFill>
                  <a:srgbClr val="192E41"/>
                </a:solidFill>
                <a:latin typeface="DejaVu Sans"/>
                <a:ea typeface="DejaVu Sans"/>
                <a:cs typeface="DejaVu Sans"/>
              </a:defRPr>
            </a:pPr>
            <a:r>
              <a:rPr sz="1950" b="1">
                <a:solidFill>
                  <a:srgbClr val="192E41"/>
                </a:solidFill>
                <a:latin typeface="DejaVu Sans"/>
                <a:ea typeface="DejaVu Sans"/>
                <a:cs typeface="DejaVu Sans"/>
              </a:rPr>
              <a:t>Review</a:t>
            </a:r>
          </a:p>
        </p:txBody>
      </p:sp>
      <p:sp>
        <p:nvSpPr>
          <p:cNvPr id="19" name="">
            <a:extLst xmlns:a="http://schemas.openxmlformats.org/drawingml/2006/main">
              <a:ext uri="{FF2B5EF4-FFF2-40B4-BE49-F238E27FC236}">
                <a16:creationId xmlns:a16="http://schemas.microsoft.com/office/drawing/2014/main" id="{B06E4BB7-FFC5-4427-AECC-ADB80DBA4C5C}"/>
              </a:ext>
            </a:extLst>
          </p:cNvPr>
          <p:cNvSpPr>
            <a:spLocks xmlns:a="http://schemas.openxmlformats.org/drawingml/2006/main" noGrp="1"/>
          </p:cNvSpPr>
          <p:nvPr/>
        </p:nvSpPr>
        <p:spPr>
          <a:xfrm xmlns:a="http://schemas.openxmlformats.org/drawingml/2006/main">
            <a:off x="6400800" y="4086225"/>
            <a:ext cx="2266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47583"/>
                </a:solidFill>
                <a:latin typeface="DejaVu Sans"/>
                <a:ea typeface="DejaVu Sans"/>
                <a:cs typeface="DejaVu Sans"/>
              </a:defRPr>
            </a:defPPr>
          </a:lstStyle>
          <a:p xmlns:a="http://schemas.openxmlformats.org/drawingml/2006/main">
            <a:pPr>
              <a:defRPr sz="1350" b="0">
                <a:solidFill>
                  <a:srgbClr val="647583"/>
                </a:solidFill>
                <a:latin typeface="DejaVu Sans"/>
                <a:ea typeface="DejaVu Sans"/>
                <a:cs typeface="DejaVu Sans"/>
              </a:defRPr>
            </a:pPr>
            <a:r>
              <a:rPr sz="1350" b="0">
                <a:solidFill>
                  <a:srgbClr val="647583"/>
                </a:solidFill>
                <a:latin typeface="DejaVu Sans"/>
                <a:ea typeface="DejaVu Sans"/>
                <a:cs typeface="DejaVu Sans"/>
              </a:rPr>
              <a:t>Fetch + JSON</a:t>
            </a:r>
          </a:p>
          <a:p xmlns:a="http://schemas.openxmlformats.org/drawingml/2006/main">
            <a:pPr>
              <a:defRPr sz="1350" b="0">
                <a:solidFill>
                  <a:srgbClr val="647583"/>
                </a:solidFill>
                <a:latin typeface="DejaVu Sans"/>
                <a:ea typeface="DejaVu Sans"/>
                <a:cs typeface="DejaVu Sans"/>
              </a:defRPr>
            </a:pPr>
            <a:r>
              <a:rPr sz="1350" b="0">
                <a:solidFill>
                  <a:srgbClr val="647583"/>
                </a:solidFill>
                <a:latin typeface="DejaVu Sans"/>
                <a:ea typeface="DejaVu Sans"/>
                <a:cs typeface="DejaVu Sans"/>
              </a:rPr>
              <a:t>Async/await</a:t>
            </a:r>
          </a:p>
        </p:txBody>
      </p:sp>
      <p:sp>
        <p:nvSpPr>
          <p:cNvPr id="20" name="">
            <a:extLst xmlns:a="http://schemas.openxmlformats.org/drawingml/2006/main">
              <a:ext uri="{FF2B5EF4-FFF2-40B4-BE49-F238E27FC236}">
                <a16:creationId xmlns:a16="http://schemas.microsoft.com/office/drawing/2014/main" id="{D8F4CBC9-B930-4138-A0A2-2F6DCBE0F739}"/>
              </a:ext>
            </a:extLst>
          </p:cNvPr>
          <p:cNvSpPr>
            <a:spLocks xmlns:a="http://schemas.openxmlformats.org/drawingml/2006/main" noGrp="1"/>
          </p:cNvSpPr>
          <p:nvPr/>
        </p:nvSpPr>
        <p:spPr>
          <a:xfrm xmlns:a="http://schemas.openxmlformats.org/drawingml/2006/main">
            <a:off x="9048750" y="2857500"/>
            <a:ext cx="2667000" cy="1905000"/>
          </a:xfrm>
          <a:prstGeom xmlns:a="http://schemas.openxmlformats.org/drawingml/2006/main" prst="rect">
            <a:avLst/>
          </a:prstGeom>
          <a:solidFill xmlns:a="http://schemas.openxmlformats.org/drawingml/2006/main">
            <a:srgbClr val="FFFFFF"/>
          </a:solidFill>
          <a:ln xmlns:a="http://schemas.openxmlformats.org/drawingml/2006/main" w="9525">
            <a:solidFill>
              <a:srgbClr val="D8DFE4"/>
            </a:solidFill>
            <a:prstDash val="solid"/>
          </a:ln>
        </p:spPr>
      </p:sp>
      <p:sp>
        <p:nvSpPr>
          <p:cNvPr id="21" name="">
            <a:extLst xmlns:a="http://schemas.openxmlformats.org/drawingml/2006/main">
              <a:ext uri="{FF2B5EF4-FFF2-40B4-BE49-F238E27FC236}">
                <a16:creationId xmlns:a16="http://schemas.microsoft.com/office/drawing/2014/main" id="{218648FB-82A1-4B9A-ABEC-F98DEF076623}"/>
              </a:ext>
            </a:extLst>
          </p:cNvPr>
          <p:cNvSpPr>
            <a:spLocks xmlns:a="http://schemas.openxmlformats.org/drawingml/2006/main" noGrp="1"/>
          </p:cNvSpPr>
          <p:nvPr/>
        </p:nvSpPr>
        <p:spPr>
          <a:xfrm xmlns:a="http://schemas.openxmlformats.org/drawingml/2006/main">
            <a:off x="9258300" y="3057525"/>
            <a:ext cx="2247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2566B0"/>
                </a:solidFill>
                <a:latin typeface="DejaVu Serif"/>
                <a:ea typeface="DejaVu Serif"/>
                <a:cs typeface="DejaVu Serif"/>
              </a:defRPr>
            </a:defPPr>
          </a:lstStyle>
          <a:p xmlns:a="http://schemas.openxmlformats.org/drawingml/2006/main">
            <a:pPr>
              <a:defRPr sz="2550" b="0">
                <a:solidFill>
                  <a:srgbClr val="2566B0"/>
                </a:solidFill>
                <a:latin typeface="DejaVu Serif"/>
                <a:ea typeface="DejaVu Serif"/>
                <a:cs typeface="DejaVu Serif"/>
              </a:defRPr>
            </a:pPr>
            <a:r>
              <a:rPr sz="2550" b="0">
                <a:solidFill>
                  <a:srgbClr val="2566B0"/>
                </a:solidFill>
                <a:latin typeface="DejaVu Serif"/>
                <a:ea typeface="DejaVu Serif"/>
                <a:cs typeface="DejaVu Serif"/>
              </a:rPr>
              <a:t>04</a:t>
            </a:r>
          </a:p>
        </p:txBody>
      </p:sp>
      <p:sp>
        <p:nvSpPr>
          <p:cNvPr id="22" name="">
            <a:extLst xmlns:a="http://schemas.openxmlformats.org/drawingml/2006/main">
              <a:ext uri="{FF2B5EF4-FFF2-40B4-BE49-F238E27FC236}">
                <a16:creationId xmlns:a16="http://schemas.microsoft.com/office/drawing/2014/main" id="{C8EA5BEA-AC75-4672-98ED-C77AA32251C8}"/>
              </a:ext>
            </a:extLst>
          </p:cNvPr>
          <p:cNvSpPr>
            <a:spLocks xmlns:a="http://schemas.openxmlformats.org/drawingml/2006/main" noGrp="1"/>
          </p:cNvSpPr>
          <p:nvPr/>
        </p:nvSpPr>
        <p:spPr>
          <a:xfrm xmlns:a="http://schemas.openxmlformats.org/drawingml/2006/main">
            <a:off x="9258300" y="3609975"/>
            <a:ext cx="2247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92E41"/>
                </a:solidFill>
                <a:latin typeface="DejaVu Sans"/>
                <a:ea typeface="DejaVu Sans"/>
                <a:cs typeface="DejaVu Sans"/>
              </a:defRPr>
            </a:defPPr>
          </a:lstStyle>
          <a:p xmlns:a="http://schemas.openxmlformats.org/drawingml/2006/main">
            <a:pPr>
              <a:defRPr sz="1950" b="1">
                <a:solidFill>
                  <a:srgbClr val="192E41"/>
                </a:solidFill>
                <a:latin typeface="DejaVu Sans"/>
                <a:ea typeface="DejaVu Sans"/>
                <a:cs typeface="DejaVu Sans"/>
              </a:defRPr>
            </a:pPr>
            <a:r>
              <a:rPr sz="1950" b="1">
                <a:solidFill>
                  <a:srgbClr val="192E41"/>
                </a:solidFill>
                <a:latin typeface="DejaVu Sans"/>
                <a:ea typeface="DejaVu Sans"/>
                <a:cs typeface="DejaVu Sans"/>
              </a:rPr>
              <a:t>Revisit</a:t>
            </a:r>
          </a:p>
        </p:txBody>
      </p:sp>
      <p:sp>
        <p:nvSpPr>
          <p:cNvPr id="23" name="">
            <a:extLst xmlns:a="http://schemas.openxmlformats.org/drawingml/2006/main">
              <a:ext uri="{FF2B5EF4-FFF2-40B4-BE49-F238E27FC236}">
                <a16:creationId xmlns:a16="http://schemas.microsoft.com/office/drawing/2014/main" id="{6B6A4127-42D3-4F11-9F16-956CE726FB69}"/>
              </a:ext>
            </a:extLst>
          </p:cNvPr>
          <p:cNvSpPr>
            <a:spLocks xmlns:a="http://schemas.openxmlformats.org/drawingml/2006/main" noGrp="1"/>
          </p:cNvSpPr>
          <p:nvPr/>
        </p:nvSpPr>
        <p:spPr>
          <a:xfrm xmlns:a="http://schemas.openxmlformats.org/drawingml/2006/main">
            <a:off x="9258300" y="4086225"/>
            <a:ext cx="2266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47583"/>
                </a:solidFill>
                <a:latin typeface="DejaVu Sans"/>
                <a:ea typeface="DejaVu Sans"/>
                <a:cs typeface="DejaVu Sans"/>
              </a:defRPr>
            </a:defPPr>
          </a:lstStyle>
          <a:p xmlns:a="http://schemas.openxmlformats.org/drawingml/2006/main">
            <a:pPr>
              <a:defRPr sz="1350" b="0">
                <a:solidFill>
                  <a:srgbClr val="647583"/>
                </a:solidFill>
                <a:latin typeface="DejaVu Sans"/>
                <a:ea typeface="DejaVu Sans"/>
                <a:cs typeface="DejaVu Sans"/>
              </a:defRPr>
            </a:pPr>
            <a:r>
              <a:rPr sz="1350" b="0">
                <a:solidFill>
                  <a:srgbClr val="647583"/>
                </a:solidFill>
                <a:latin typeface="DejaVu Sans"/>
                <a:ea typeface="DejaVu Sans"/>
                <a:cs typeface="DejaVu Sans"/>
              </a:rPr>
              <a:t>Saved history</a:t>
            </a:r>
          </a:p>
          <a:p xmlns:a="http://schemas.openxmlformats.org/drawingml/2006/main">
            <a:pPr>
              <a:defRPr sz="1350" b="0">
                <a:solidFill>
                  <a:srgbClr val="647583"/>
                </a:solidFill>
                <a:latin typeface="DejaVu Sans"/>
                <a:ea typeface="DejaVu Sans"/>
                <a:cs typeface="DejaVu Sans"/>
              </a:defRPr>
            </a:pPr>
            <a:r>
              <a:rPr sz="1350" b="0">
                <a:solidFill>
                  <a:srgbClr val="647583"/>
                </a:solidFill>
                <a:latin typeface="DejaVu Sans"/>
                <a:ea typeface="DejaVu Sans"/>
                <a:cs typeface="DejaVu Sans"/>
              </a:rPr>
              <a:t>Text reports</a:t>
            </a:r>
          </a:p>
        </p:txBody>
      </p:sp>
      <p:sp>
        <p:nvSpPr>
          <p:cNvPr id="24" name="">
            <a:extLst xmlns:a="http://schemas.openxmlformats.org/drawingml/2006/main">
              <a:ext uri="{FF2B5EF4-FFF2-40B4-BE49-F238E27FC236}">
                <a16:creationId xmlns:a16="http://schemas.microsoft.com/office/drawing/2014/main" id="{3FFCB9B2-666B-4493-911D-0CD456065D17}"/>
              </a:ext>
            </a:extLst>
          </p:cNvPr>
          <p:cNvSpPr>
            <a:spLocks xmlns:a="http://schemas.openxmlformats.org/drawingml/2006/main" noGrp="1"/>
          </p:cNvSpPr>
          <p:nvPr/>
        </p:nvSpPr>
        <p:spPr>
          <a:xfrm xmlns:a="http://schemas.openxmlformats.org/drawingml/2006/main">
            <a:off x="476250" y="5238750"/>
            <a:ext cx="11239500" cy="9525"/>
          </a:xfrm>
          <a:prstGeom xmlns:a="http://schemas.openxmlformats.org/drawingml/2006/main" prst="rect">
            <a:avLst/>
          </a:prstGeom>
          <a:solidFill xmlns:a="http://schemas.openxmlformats.org/drawingml/2006/main">
            <a:srgbClr val="D8DFE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05391D3-0A0D-43BB-9F67-49E09535B40E}"/>
              </a:ext>
            </a:extLst>
          </p:cNvPr>
          <p:cNvSpPr>
            <a:spLocks xmlns:a="http://schemas.openxmlformats.org/drawingml/2006/main" noGrp="1"/>
          </p:cNvSpPr>
          <p:nvPr/>
        </p:nvSpPr>
        <p:spPr>
          <a:xfrm xmlns:a="http://schemas.openxmlformats.org/drawingml/2006/main">
            <a:off x="476250" y="5505450"/>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92E41"/>
                </a:solidFill>
                <a:latin typeface="DejaVu Serif"/>
                <a:ea typeface="DejaVu Serif"/>
                <a:cs typeface="DejaVu Serif"/>
              </a:defRPr>
            </a:defPPr>
          </a:lstStyle>
          <a:p xmlns:a="http://schemas.openxmlformats.org/drawingml/2006/main">
            <a:pPr>
              <a:defRPr sz="2025" b="0">
                <a:solidFill>
                  <a:srgbClr val="192E41"/>
                </a:solidFill>
                <a:latin typeface="DejaVu Serif"/>
                <a:ea typeface="DejaVu Serif"/>
                <a:cs typeface="DejaVu Serif"/>
              </a:defRPr>
            </a:pPr>
            <a:r>
              <a:rPr sz="2025" b="0">
                <a:solidFill>
                  <a:srgbClr val="192E41"/>
                </a:solidFill>
                <a:latin typeface="DejaVu Serif"/>
                <a:ea typeface="DejaVu Serif"/>
                <a:cs typeface="DejaVu Serif"/>
              </a:rPr>
              <a:t>Web concepts in action</a:t>
            </a:r>
          </a:p>
        </p:txBody>
      </p:sp>
      <p:sp>
        <p:nvSpPr>
          <p:cNvPr id="26" name="">
            <a:extLst xmlns:a="http://schemas.openxmlformats.org/drawingml/2006/main">
              <a:ext uri="{FF2B5EF4-FFF2-40B4-BE49-F238E27FC236}">
                <a16:creationId xmlns:a16="http://schemas.microsoft.com/office/drawing/2014/main" id="{976B6668-16C0-4416-8B07-DAE83F04A9E5}"/>
              </a:ext>
            </a:extLst>
          </p:cNvPr>
          <p:cNvSpPr>
            <a:spLocks xmlns:a="http://schemas.openxmlformats.org/drawingml/2006/main" noGrp="1"/>
          </p:cNvSpPr>
          <p:nvPr/>
        </p:nvSpPr>
        <p:spPr>
          <a:xfrm xmlns:a="http://schemas.openxmlformats.org/drawingml/2006/main">
            <a:off x="4276725" y="5495925"/>
            <a:ext cx="7381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647583"/>
                </a:solidFill>
                <a:latin typeface="DejaVu Sans"/>
                <a:ea typeface="DejaVu Sans"/>
                <a:cs typeface="DejaVu Sans"/>
              </a:defRPr>
            </a:defPPr>
          </a:lstStyle>
          <a:p xmlns:a="http://schemas.openxmlformats.org/drawingml/2006/main">
            <a:pPr>
              <a:defRPr sz="1650" b="0">
                <a:solidFill>
                  <a:srgbClr val="647583"/>
                </a:solidFill>
                <a:latin typeface="DejaVu Sans"/>
                <a:ea typeface="DejaVu Sans"/>
                <a:cs typeface="DejaVu Sans"/>
              </a:defRPr>
            </a:pPr>
            <a:r>
              <a:rPr sz="1650" b="0">
                <a:solidFill>
                  <a:srgbClr val="647583"/>
                </a:solidFill>
                <a:latin typeface="DejaVu Sans"/>
                <a:ea typeface="DejaVu Sans"/>
                <a:cs typeface="DejaVu Sans"/>
              </a:rPr>
              <a:t>CSS controls layout and transitions. JavaScript handles events and updates the page without a full reload.</a:t>
            </a:r>
          </a:p>
        </p:txBody>
      </p:sp>
    </p:spTree>
    <p:extLst>
      <p:ext uri="{BB962C8B-B14F-4D97-AF65-F5344CB8AC3E}">
        <p14:creationId xmlns:p14="http://schemas.microsoft.com/office/powerpoint/2010/main" val="487549522"/>
      </p:ext>
    </p:extLst>
  </p:cSld>
</p:sld>
</file>

<file path=ppt/slides/slide4.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9BB0A4D-DEBD-4788-BA61-5FA7A16D91CA}"/>
              </a:ext>
            </a:extLst>
          </p:cNvPr>
          <p:cNvSpPr>
            <a:spLocks xmlns:a="http://schemas.openxmlformats.org/drawingml/2006/main" noGrp="1"/>
          </p:cNvSpPr>
          <p:nvPr/>
        </p:nvSpPr>
        <p:spPr>
          <a:xfrm xmlns:a="http://schemas.openxmlformats.org/drawingml/2006/main">
            <a:off x="419100" y="276225"/>
            <a:ext cx="352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192E41"/>
                </a:solidFill>
                <a:latin typeface="DejaVu Sans"/>
                <a:ea typeface="DejaVu Sans"/>
                <a:cs typeface="DejaVu Sans"/>
              </a:defRPr>
            </a:defPPr>
          </a:lstStyle>
          <a:p xmlns:a="http://schemas.openxmlformats.org/drawingml/2006/main">
            <a:pPr>
              <a:defRPr sz="1050" b="1">
                <a:solidFill>
                  <a:srgbClr val="192E41"/>
                </a:solidFill>
                <a:latin typeface="DejaVu Sans"/>
                <a:ea typeface="DejaVu Sans"/>
                <a:cs typeface="DejaVu Sans"/>
              </a:defRPr>
            </a:pPr>
            <a:r>
              <a:rPr sz="1050" b="1">
                <a:solidFill>
                  <a:srgbClr val="192E41"/>
                </a:solidFill>
                <a:latin typeface="DejaVu Sans"/>
                <a:ea typeface="DejaVu Sans"/>
                <a:cs typeface="DejaVu Sans"/>
              </a:rPr>
              <a:t>K  /  KALMAN SYSTEMS</a:t>
            </a:r>
          </a:p>
        </p:txBody>
      </p:sp>
      <p:sp>
        <p:nvSpPr>
          <p:cNvPr id="2" name="">
            <a:extLst xmlns:a="http://schemas.openxmlformats.org/drawingml/2006/main">
              <a:ext uri="{FF2B5EF4-FFF2-40B4-BE49-F238E27FC236}">
                <a16:creationId xmlns:a16="http://schemas.microsoft.com/office/drawing/2014/main" id="{C34CA29F-962B-49EE-A144-357770021EE9}"/>
              </a:ext>
            </a:extLst>
          </p:cNvPr>
          <p:cNvSpPr>
            <a:spLocks xmlns:a="http://schemas.openxmlformats.org/drawingml/2006/main" noGrp="1"/>
          </p:cNvSpPr>
          <p:nvPr/>
        </p:nvSpPr>
        <p:spPr>
          <a:xfrm xmlns:a="http://schemas.openxmlformats.org/drawingml/2006/main">
            <a:off x="7810500" y="314325"/>
            <a:ext cx="396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647583"/>
                </a:solidFill>
                <a:latin typeface="DejaVu Sans"/>
                <a:ea typeface="DejaVu Sans"/>
                <a:cs typeface="DejaVu Sans"/>
              </a:defRPr>
            </a:defPPr>
          </a:lstStyle>
          <a:p xmlns:a="http://schemas.openxmlformats.org/drawingml/2006/main">
            <a:pPr>
              <a:defRPr sz="900" b="0">
                <a:solidFill>
                  <a:srgbClr val="647583"/>
                </a:solidFill>
                <a:latin typeface="DejaVu Sans"/>
                <a:ea typeface="DejaVu Sans"/>
                <a:cs typeface="DejaVu Sans"/>
              </a:defRPr>
            </a:pPr>
            <a:r>
              <a:rPr sz="900" b="0">
                <a:solidFill>
                  <a:srgbClr val="647583"/>
                </a:solidFill>
                <a:latin typeface="DejaVu Sans"/>
                <a:ea typeface="DejaVu Sans"/>
                <a:cs typeface="DejaVu Sans"/>
              </a:rPr>
              <a:t>WEB TECHNOLOGIES / PBL</a:t>
            </a:r>
          </a:p>
        </p:txBody>
      </p:sp>
      <p:sp>
        <p:nvSpPr>
          <p:cNvPr id="3" name="">
            <a:extLst xmlns:a="http://schemas.openxmlformats.org/drawingml/2006/main">
              <a:ext uri="{FF2B5EF4-FFF2-40B4-BE49-F238E27FC236}">
                <a16:creationId xmlns:a16="http://schemas.microsoft.com/office/drawing/2014/main" id="{581424CA-E828-4F84-A92A-163AC8D4A0DE}"/>
              </a:ext>
            </a:extLst>
          </p:cNvPr>
          <p:cNvSpPr>
            <a:spLocks xmlns:a="http://schemas.openxmlformats.org/drawingml/2006/main" noGrp="1"/>
          </p:cNvSpPr>
          <p:nvPr/>
        </p:nvSpPr>
        <p:spPr>
          <a:xfrm xmlns:a="http://schemas.openxmlformats.org/drawingml/2006/main">
            <a:off x="419100" y="64008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647583"/>
                </a:solidFill>
                <a:latin typeface="DejaVu Sans"/>
                <a:ea typeface="DejaVu Sans"/>
                <a:cs typeface="DejaVu Sans"/>
              </a:defRPr>
            </a:defPPr>
          </a:lstStyle>
          <a:p xmlns:a="http://schemas.openxmlformats.org/drawingml/2006/main">
            <a:pPr>
              <a:defRPr sz="900" b="0">
                <a:solidFill>
                  <a:srgbClr val="647583"/>
                </a:solidFill>
                <a:latin typeface="DejaVu Sans"/>
                <a:ea typeface="DejaVu Sans"/>
                <a:cs typeface="DejaVu Sans"/>
              </a:defRPr>
            </a:pPr>
            <a:r>
              <a:rPr sz="900" b="0">
                <a:solidFill>
                  <a:srgbClr val="647583"/>
                </a:solidFill>
                <a:latin typeface="DejaVu Sans"/>
                <a:ea typeface="DejaVu Sans"/>
                <a:cs typeface="DejaVu Sans"/>
              </a:rPr>
              <a:t>04 / 06</a:t>
            </a:r>
          </a:p>
        </p:txBody>
      </p:sp>
      <p:sp>
        <p:nvSpPr>
          <p:cNvPr id="4" name="">
            <a:extLst xmlns:a="http://schemas.openxmlformats.org/drawingml/2006/main">
              <a:ext uri="{FF2B5EF4-FFF2-40B4-BE49-F238E27FC236}">
                <a16:creationId xmlns:a16="http://schemas.microsoft.com/office/drawing/2014/main" id="{7A3B7AA1-B4E6-447D-9AC6-DA5CFFEE08CD}"/>
              </a:ext>
            </a:extLst>
          </p:cNvPr>
          <p:cNvSpPr>
            <a:spLocks xmlns:a="http://schemas.openxmlformats.org/drawingml/2006/main" noGrp="1"/>
          </p:cNvSpPr>
          <p:nvPr/>
        </p:nvSpPr>
        <p:spPr>
          <a:xfrm xmlns:a="http://schemas.openxmlformats.org/drawingml/2006/main">
            <a:off x="0" y="6829425"/>
            <a:ext cx="8128000" cy="28575"/>
          </a:xfrm>
          <a:prstGeom xmlns:a="http://schemas.openxmlformats.org/drawingml/2006/main" prst="rect">
            <a:avLst/>
          </a:prstGeom>
          <a:solidFill xmlns:a="http://schemas.openxmlformats.org/drawingml/2006/main">
            <a:srgbClr val="2566B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B5B5781-C7AA-4D6A-A24C-1191542B666A}"/>
              </a:ext>
            </a:extLst>
          </p:cNvPr>
          <p:cNvSpPr>
            <a:spLocks xmlns:a="http://schemas.openxmlformats.org/drawingml/2006/main" noGrp="1"/>
          </p:cNvSpPr>
          <p:nvPr/>
        </p:nvSpPr>
        <p:spPr>
          <a:xfrm xmlns:a="http://schemas.openxmlformats.org/drawingml/2006/main">
            <a:off x="476250" y="933450"/>
            <a:ext cx="1104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566B0"/>
                </a:solidFill>
                <a:latin typeface="DejaVu Sans"/>
                <a:ea typeface="DejaVu Sans"/>
                <a:cs typeface="DejaVu Sans"/>
              </a:defRPr>
            </a:defPPr>
          </a:lstStyle>
          <a:p xmlns:a="http://schemas.openxmlformats.org/drawingml/2006/main">
            <a:pPr>
              <a:defRPr sz="900" b="1">
                <a:solidFill>
                  <a:srgbClr val="2566B0"/>
                </a:solidFill>
                <a:latin typeface="DejaVu Sans"/>
                <a:ea typeface="DejaVu Sans"/>
                <a:cs typeface="DejaVu Sans"/>
              </a:defRPr>
            </a:pPr>
            <a:r>
              <a:rPr sz="900" b="1">
                <a:solidFill>
                  <a:srgbClr val="2566B0"/>
                </a:solidFill>
                <a:latin typeface="DejaVu Sans"/>
                <a:ea typeface="DejaVu Sans"/>
                <a:cs typeface="DejaVu Sans"/>
              </a:rPr>
              <a:t>03 / SYSTEM ARCHITECTURE</a:t>
            </a:r>
          </a:p>
        </p:txBody>
      </p:sp>
      <p:sp>
        <p:nvSpPr>
          <p:cNvPr id="6" name="">
            <a:extLst xmlns:a="http://schemas.openxmlformats.org/drawingml/2006/main">
              <a:ext uri="{FF2B5EF4-FFF2-40B4-BE49-F238E27FC236}">
                <a16:creationId xmlns:a16="http://schemas.microsoft.com/office/drawing/2014/main" id="{C34D1266-FAA0-4D06-B3A2-6C00132DB314}"/>
              </a:ext>
            </a:extLst>
          </p:cNvPr>
          <p:cNvSpPr>
            <a:spLocks xmlns:a="http://schemas.openxmlformats.org/drawingml/2006/main" noGrp="1"/>
          </p:cNvSpPr>
          <p:nvPr/>
        </p:nvSpPr>
        <p:spPr>
          <a:xfrm xmlns:a="http://schemas.openxmlformats.org/drawingml/2006/main">
            <a:off x="476250" y="125730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0">
                <a:solidFill>
                  <a:srgbClr val="192E41"/>
                </a:solidFill>
                <a:latin typeface="DejaVu Serif"/>
                <a:ea typeface="DejaVu Serif"/>
                <a:cs typeface="DejaVu Serif"/>
              </a:defRPr>
            </a:defPPr>
          </a:lstStyle>
          <a:p xmlns:a="http://schemas.openxmlformats.org/drawingml/2006/main">
            <a:pPr>
              <a:defRPr sz="2700" b="0">
                <a:solidFill>
                  <a:srgbClr val="192E41"/>
                </a:solidFill>
                <a:latin typeface="DejaVu Serif"/>
                <a:ea typeface="DejaVu Serif"/>
                <a:cs typeface="DejaVu Serif"/>
              </a:defRPr>
            </a:pPr>
            <a:r>
              <a:rPr sz="2700" b="0">
                <a:solidFill>
                  <a:srgbClr val="192E41"/>
                </a:solidFill>
                <a:latin typeface="DejaVu Serif"/>
                <a:ea typeface="DejaVu Serif"/>
                <a:cs typeface="DejaVu Serif"/>
              </a:rPr>
              <a:t>The browser and server have clear roles</a:t>
            </a:r>
          </a:p>
        </p:txBody>
      </p:sp>
      <p:sp>
        <p:nvSpPr>
          <p:cNvPr id="7" name="">
            <a:extLst xmlns:a="http://schemas.openxmlformats.org/drawingml/2006/main">
              <a:ext uri="{FF2B5EF4-FFF2-40B4-BE49-F238E27FC236}">
                <a16:creationId xmlns:a16="http://schemas.microsoft.com/office/drawing/2014/main" id="{28097B5F-54AA-4617-AFB0-B2738BD36B7B}"/>
              </a:ext>
            </a:extLst>
          </p:cNvPr>
          <p:cNvSpPr>
            <a:spLocks xmlns:a="http://schemas.openxmlformats.org/drawingml/2006/main" noGrp="1"/>
          </p:cNvSpPr>
          <p:nvPr/>
        </p:nvSpPr>
        <p:spPr>
          <a:xfrm xmlns:a="http://schemas.openxmlformats.org/drawingml/2006/main">
            <a:off x="476250" y="2028825"/>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647583"/>
                </a:solidFill>
                <a:latin typeface="DejaVu Sans"/>
                <a:ea typeface="DejaVu Sans"/>
                <a:cs typeface="DejaVu Sans"/>
              </a:defRPr>
            </a:defPPr>
          </a:lstStyle>
          <a:p xmlns:a="http://schemas.openxmlformats.org/drawingml/2006/main">
            <a:pPr>
              <a:defRPr sz="1500" b="0">
                <a:solidFill>
                  <a:srgbClr val="647583"/>
                </a:solidFill>
                <a:latin typeface="DejaVu Sans"/>
                <a:ea typeface="DejaVu Sans"/>
                <a:cs typeface="DejaVu Sans"/>
              </a:defRPr>
            </a:pPr>
            <a:r>
              <a:rPr sz="1500" b="0">
                <a:solidFill>
                  <a:srgbClr val="647583"/>
                </a:solidFill>
                <a:latin typeface="DejaVu Sans"/>
                <a:ea typeface="DejaVu Sans"/>
                <a:cs typeface="DejaVu Sans"/>
              </a:rPr>
              <a:t>One local Node.js process serves the interface, API and saved sessions.</a:t>
            </a:r>
          </a:p>
        </p:txBody>
      </p:sp>
      <p:sp>
        <p:nvSpPr>
          <p:cNvPr id="8" name="">
            <a:extLst xmlns:a="http://schemas.openxmlformats.org/drawingml/2006/main">
              <a:ext uri="{FF2B5EF4-FFF2-40B4-BE49-F238E27FC236}">
                <a16:creationId xmlns:a16="http://schemas.microsoft.com/office/drawing/2014/main" id="{FC7049DC-413C-48CD-ACC3-106D8C9B6F16}"/>
              </a:ext>
            </a:extLst>
          </p:cNvPr>
          <p:cNvSpPr>
            <a:spLocks xmlns:a="http://schemas.openxmlformats.org/drawingml/2006/main" noGrp="1"/>
          </p:cNvSpPr>
          <p:nvPr/>
        </p:nvSpPr>
        <p:spPr>
          <a:xfrm xmlns:a="http://schemas.openxmlformats.org/drawingml/2006/main">
            <a:off x="476250" y="2867025"/>
            <a:ext cx="2762250" cy="1009650"/>
          </a:xfrm>
          <a:prstGeom xmlns:a="http://schemas.openxmlformats.org/drawingml/2006/main" prst="rect">
            <a:avLst/>
          </a:prstGeom>
          <a:solidFill xmlns:a="http://schemas.openxmlformats.org/drawingml/2006/main">
            <a:srgbClr val="FFFFFF"/>
          </a:solidFill>
          <a:ln xmlns:a="http://schemas.openxmlformats.org/drawingml/2006/main" w="9525">
            <a:solidFill>
              <a:srgbClr val="D8DFE4"/>
            </a:solidFill>
            <a:prstDash val="solid"/>
          </a:ln>
        </p:spPr>
      </p:sp>
      <p:sp>
        <p:nvSpPr>
          <p:cNvPr id="9" name="">
            <a:extLst xmlns:a="http://schemas.openxmlformats.org/drawingml/2006/main">
              <a:ext uri="{FF2B5EF4-FFF2-40B4-BE49-F238E27FC236}">
                <a16:creationId xmlns:a16="http://schemas.microsoft.com/office/drawing/2014/main" id="{09F2E3E4-8CD2-461A-B17D-E7FFE0461ED6}"/>
              </a:ext>
            </a:extLst>
          </p:cNvPr>
          <p:cNvSpPr>
            <a:spLocks xmlns:a="http://schemas.openxmlformats.org/drawingml/2006/main" noGrp="1"/>
          </p:cNvSpPr>
          <p:nvPr/>
        </p:nvSpPr>
        <p:spPr>
          <a:xfrm xmlns:a="http://schemas.openxmlformats.org/drawingml/2006/main">
            <a:off x="647700" y="3000375"/>
            <a:ext cx="2419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192E41"/>
                </a:solidFill>
                <a:latin typeface="DejaVu Sans"/>
                <a:ea typeface="DejaVu Sans"/>
                <a:cs typeface="DejaVu Sans"/>
              </a:defRPr>
            </a:defPPr>
          </a:lstStyle>
          <a:p xmlns:a="http://schemas.openxmlformats.org/drawingml/2006/main">
            <a:pPr>
              <a:defRPr sz="1650" b="1">
                <a:solidFill>
                  <a:srgbClr val="192E41"/>
                </a:solidFill>
                <a:latin typeface="DejaVu Sans"/>
                <a:ea typeface="DejaVu Sans"/>
                <a:cs typeface="DejaVu Sans"/>
              </a:defRPr>
            </a:pPr>
            <a:r>
              <a:rPr sz="1650" b="1">
                <a:solidFill>
                  <a:srgbClr val="192E41"/>
                </a:solidFill>
                <a:latin typeface="DejaVu Sans"/>
                <a:ea typeface="DejaVu Sans"/>
                <a:cs typeface="DejaVu Sans"/>
              </a:rPr>
              <a:t>Browser</a:t>
            </a:r>
          </a:p>
        </p:txBody>
      </p:sp>
      <p:sp>
        <p:nvSpPr>
          <p:cNvPr id="10" name="">
            <a:extLst xmlns:a="http://schemas.openxmlformats.org/drawingml/2006/main">
              <a:ext uri="{FF2B5EF4-FFF2-40B4-BE49-F238E27FC236}">
                <a16:creationId xmlns:a16="http://schemas.microsoft.com/office/drawing/2014/main" id="{03BEB6D4-55BA-42BA-9E4B-A34A5C3C99F2}"/>
              </a:ext>
            </a:extLst>
          </p:cNvPr>
          <p:cNvSpPr>
            <a:spLocks xmlns:a="http://schemas.openxmlformats.org/drawingml/2006/main" noGrp="1"/>
          </p:cNvSpPr>
          <p:nvPr/>
        </p:nvSpPr>
        <p:spPr>
          <a:xfrm xmlns:a="http://schemas.openxmlformats.org/drawingml/2006/main">
            <a:off x="647700" y="3333750"/>
            <a:ext cx="2419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647583"/>
                </a:solidFill>
                <a:latin typeface="DejaVu Sans"/>
                <a:ea typeface="DejaVu Sans"/>
                <a:cs typeface="DejaVu Sans"/>
              </a:defRPr>
            </a:defPPr>
          </a:lstStyle>
          <a:p xmlns:a="http://schemas.openxmlformats.org/drawingml/2006/main">
            <a:pPr>
              <a:defRPr sz="1275" b="0">
                <a:solidFill>
                  <a:srgbClr val="647583"/>
                </a:solidFill>
                <a:latin typeface="DejaVu Sans"/>
                <a:ea typeface="DejaVu Sans"/>
                <a:cs typeface="DejaVu Sans"/>
              </a:defRPr>
            </a:pPr>
            <a:r>
              <a:rPr sz="1275" b="0">
                <a:solidFill>
                  <a:srgbClr val="647583"/>
                </a:solidFill>
                <a:latin typeface="DejaVu Sans"/>
                <a:ea typeface="DejaVu Sans"/>
                <a:cs typeface="DejaVu Sans"/>
              </a:rPr>
              <a:t>HTML · CSS · JavaScript</a:t>
            </a:r>
          </a:p>
          <a:p xmlns:a="http://schemas.openxmlformats.org/drawingml/2006/main">
            <a:pPr>
              <a:defRPr sz="1275" b="0">
                <a:solidFill>
                  <a:srgbClr val="647583"/>
                </a:solidFill>
                <a:latin typeface="DejaVu Sans"/>
                <a:ea typeface="DejaVu Sans"/>
                <a:cs typeface="DejaVu Sans"/>
              </a:defRPr>
            </a:pPr>
            <a:r>
              <a:rPr sz="1275" b="0">
                <a:solidFill>
                  <a:srgbClr val="647583"/>
                </a:solidFill>
                <a:latin typeface="DejaVu Sans"/>
                <a:ea typeface="DejaVu Sans"/>
                <a:cs typeface="DejaVu Sans"/>
              </a:rPr>
              <a:t>Drafts: localStorage</a:t>
            </a:r>
          </a:p>
        </p:txBody>
      </p:sp>
      <p:sp>
        <p:nvSpPr>
          <p:cNvPr id="11" name="">
            <a:extLst xmlns:a="http://schemas.openxmlformats.org/drawingml/2006/main">
              <a:ext uri="{FF2B5EF4-FFF2-40B4-BE49-F238E27FC236}">
                <a16:creationId xmlns:a16="http://schemas.microsoft.com/office/drawing/2014/main" id="{80E418B3-8E11-42B2-8827-8BFB66ECAA1A}"/>
              </a:ext>
            </a:extLst>
          </p:cNvPr>
          <p:cNvSpPr>
            <a:spLocks xmlns:a="http://schemas.openxmlformats.org/drawingml/2006/main" noGrp="1"/>
          </p:cNvSpPr>
          <p:nvPr/>
        </p:nvSpPr>
        <p:spPr>
          <a:xfrm xmlns:a="http://schemas.openxmlformats.org/drawingml/2006/main">
            <a:off x="4286250" y="2867025"/>
            <a:ext cx="2762250" cy="1009650"/>
          </a:xfrm>
          <a:prstGeom xmlns:a="http://schemas.openxmlformats.org/drawingml/2006/main" prst="rect">
            <a:avLst/>
          </a:prstGeom>
          <a:solidFill xmlns:a="http://schemas.openxmlformats.org/drawingml/2006/main">
            <a:srgbClr val="FFFFFF"/>
          </a:solidFill>
          <a:ln xmlns:a="http://schemas.openxmlformats.org/drawingml/2006/main" w="9525">
            <a:solidFill>
              <a:srgbClr val="D8DFE4"/>
            </a:solidFill>
            <a:prstDash val="solid"/>
          </a:ln>
        </p:spPr>
      </p:sp>
      <p:sp>
        <p:nvSpPr>
          <p:cNvPr id="12" name="">
            <a:extLst xmlns:a="http://schemas.openxmlformats.org/drawingml/2006/main">
              <a:ext uri="{FF2B5EF4-FFF2-40B4-BE49-F238E27FC236}">
                <a16:creationId xmlns:a16="http://schemas.microsoft.com/office/drawing/2014/main" id="{D6DF3A6B-56F5-4DB3-B1C1-8405C60A8187}"/>
              </a:ext>
            </a:extLst>
          </p:cNvPr>
          <p:cNvSpPr>
            <a:spLocks xmlns:a="http://schemas.openxmlformats.org/drawingml/2006/main" noGrp="1"/>
          </p:cNvSpPr>
          <p:nvPr/>
        </p:nvSpPr>
        <p:spPr>
          <a:xfrm xmlns:a="http://schemas.openxmlformats.org/drawingml/2006/main">
            <a:off x="4457700" y="3000375"/>
            <a:ext cx="2419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192E41"/>
                </a:solidFill>
                <a:latin typeface="DejaVu Sans"/>
                <a:ea typeface="DejaVu Sans"/>
                <a:cs typeface="DejaVu Sans"/>
              </a:defRPr>
            </a:defPPr>
          </a:lstStyle>
          <a:p xmlns:a="http://schemas.openxmlformats.org/drawingml/2006/main">
            <a:pPr>
              <a:defRPr sz="1650" b="1">
                <a:solidFill>
                  <a:srgbClr val="192E41"/>
                </a:solidFill>
                <a:latin typeface="DejaVu Sans"/>
                <a:ea typeface="DejaVu Sans"/>
                <a:cs typeface="DejaVu Sans"/>
              </a:defRPr>
            </a:pPr>
            <a:r>
              <a:rPr sz="1650" b="1">
                <a:solidFill>
                  <a:srgbClr val="192E41"/>
                </a:solidFill>
                <a:latin typeface="DejaVu Sans"/>
                <a:ea typeface="DejaVu Sans"/>
                <a:cs typeface="DejaVu Sans"/>
              </a:rPr>
              <a:t>Express API</a:t>
            </a:r>
          </a:p>
        </p:txBody>
      </p:sp>
      <p:sp>
        <p:nvSpPr>
          <p:cNvPr id="13" name="">
            <a:extLst xmlns:a="http://schemas.openxmlformats.org/drawingml/2006/main">
              <a:ext uri="{FF2B5EF4-FFF2-40B4-BE49-F238E27FC236}">
                <a16:creationId xmlns:a16="http://schemas.microsoft.com/office/drawing/2014/main" id="{8245A44D-F9E4-4866-87E1-0664291C8690}"/>
              </a:ext>
            </a:extLst>
          </p:cNvPr>
          <p:cNvSpPr>
            <a:spLocks xmlns:a="http://schemas.openxmlformats.org/drawingml/2006/main" noGrp="1"/>
          </p:cNvSpPr>
          <p:nvPr/>
        </p:nvSpPr>
        <p:spPr>
          <a:xfrm xmlns:a="http://schemas.openxmlformats.org/drawingml/2006/main">
            <a:off x="4457700" y="3333750"/>
            <a:ext cx="2419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647583"/>
                </a:solidFill>
                <a:latin typeface="DejaVu Sans"/>
                <a:ea typeface="DejaVu Sans"/>
                <a:cs typeface="DejaVu Sans"/>
              </a:defRPr>
            </a:defPPr>
          </a:lstStyle>
          <a:p xmlns:a="http://schemas.openxmlformats.org/drawingml/2006/main">
            <a:pPr>
              <a:defRPr sz="1275" b="0">
                <a:solidFill>
                  <a:srgbClr val="647583"/>
                </a:solidFill>
                <a:latin typeface="DejaVu Sans"/>
                <a:ea typeface="DejaVu Sans"/>
                <a:cs typeface="DejaVu Sans"/>
              </a:defRPr>
            </a:pPr>
            <a:r>
              <a:rPr sz="1275" b="0">
                <a:solidFill>
                  <a:srgbClr val="647583"/>
                </a:solidFill>
                <a:latin typeface="DejaVu Sans"/>
                <a:ea typeface="DejaVu Sans"/>
                <a:cs typeface="DejaVu Sans"/>
              </a:rPr>
              <a:t>Validate inputs</a:t>
            </a:r>
          </a:p>
          <a:p xmlns:a="http://schemas.openxmlformats.org/drawingml/2006/main">
            <a:pPr>
              <a:defRPr sz="1275" b="0">
                <a:solidFill>
                  <a:srgbClr val="647583"/>
                </a:solidFill>
                <a:latin typeface="DejaVu Sans"/>
                <a:ea typeface="DejaVu Sans"/>
                <a:cs typeface="DejaVu Sans"/>
              </a:defRPr>
            </a:pPr>
            <a:r>
              <a:rPr sz="1275" b="0">
                <a:solidFill>
                  <a:srgbClr val="647583"/>
                </a:solidFill>
                <a:latin typeface="DejaVu Sans"/>
                <a:ea typeface="DejaVu Sans"/>
                <a:cs typeface="DejaVu Sans"/>
              </a:rPr>
              <a:t>Control question order</a:t>
            </a:r>
          </a:p>
        </p:txBody>
      </p:sp>
      <p:sp>
        <p:nvSpPr>
          <p:cNvPr id="14" name="">
            <a:extLst xmlns:a="http://schemas.openxmlformats.org/drawingml/2006/main">
              <a:ext uri="{FF2B5EF4-FFF2-40B4-BE49-F238E27FC236}">
                <a16:creationId xmlns:a16="http://schemas.microsoft.com/office/drawing/2014/main" id="{38EDCBB5-C53C-4567-9C5E-0CE0BA5CCFF4}"/>
              </a:ext>
            </a:extLst>
          </p:cNvPr>
          <p:cNvSpPr>
            <a:spLocks xmlns:a="http://schemas.openxmlformats.org/drawingml/2006/main" noGrp="1"/>
          </p:cNvSpPr>
          <p:nvPr/>
        </p:nvSpPr>
        <p:spPr>
          <a:xfrm xmlns:a="http://schemas.openxmlformats.org/drawingml/2006/main">
            <a:off x="8096250" y="2867025"/>
            <a:ext cx="2762250" cy="1009650"/>
          </a:xfrm>
          <a:prstGeom xmlns:a="http://schemas.openxmlformats.org/drawingml/2006/main" prst="rect">
            <a:avLst/>
          </a:prstGeom>
          <a:solidFill xmlns:a="http://schemas.openxmlformats.org/drawingml/2006/main">
            <a:srgbClr val="FFFFFF"/>
          </a:solidFill>
          <a:ln xmlns:a="http://schemas.openxmlformats.org/drawingml/2006/main" w="9525">
            <a:solidFill>
              <a:srgbClr val="D8DFE4"/>
            </a:solidFill>
            <a:prstDash val="solid"/>
          </a:ln>
        </p:spPr>
      </p:sp>
      <p:sp>
        <p:nvSpPr>
          <p:cNvPr id="15" name="">
            <a:extLst xmlns:a="http://schemas.openxmlformats.org/drawingml/2006/main">
              <a:ext uri="{FF2B5EF4-FFF2-40B4-BE49-F238E27FC236}">
                <a16:creationId xmlns:a16="http://schemas.microsoft.com/office/drawing/2014/main" id="{710347AD-3D14-42BF-A1BA-4F8D370181A5}"/>
              </a:ext>
            </a:extLst>
          </p:cNvPr>
          <p:cNvSpPr>
            <a:spLocks xmlns:a="http://schemas.openxmlformats.org/drawingml/2006/main" noGrp="1"/>
          </p:cNvSpPr>
          <p:nvPr/>
        </p:nvSpPr>
        <p:spPr>
          <a:xfrm xmlns:a="http://schemas.openxmlformats.org/drawingml/2006/main">
            <a:off x="8267700" y="3000375"/>
            <a:ext cx="2419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192E41"/>
                </a:solidFill>
                <a:latin typeface="DejaVu Sans"/>
                <a:ea typeface="DejaVu Sans"/>
                <a:cs typeface="DejaVu Sans"/>
              </a:defRPr>
            </a:defPPr>
          </a:lstStyle>
          <a:p xmlns:a="http://schemas.openxmlformats.org/drawingml/2006/main">
            <a:pPr>
              <a:defRPr sz="1650" b="1">
                <a:solidFill>
                  <a:srgbClr val="192E41"/>
                </a:solidFill>
                <a:latin typeface="DejaVu Sans"/>
                <a:ea typeface="DejaVu Sans"/>
                <a:cs typeface="DejaVu Sans"/>
              </a:defRPr>
            </a:pPr>
            <a:r>
              <a:rPr sz="1650" b="1">
                <a:solidFill>
                  <a:srgbClr val="192E41"/>
                </a:solidFill>
                <a:latin typeface="DejaVu Sans"/>
                <a:ea typeface="DejaVu Sans"/>
                <a:cs typeface="DejaVu Sans"/>
              </a:rPr>
              <a:t>Evaluation module</a:t>
            </a:r>
          </a:p>
        </p:txBody>
      </p:sp>
      <p:sp>
        <p:nvSpPr>
          <p:cNvPr id="16" name="">
            <a:extLst xmlns:a="http://schemas.openxmlformats.org/drawingml/2006/main">
              <a:ext uri="{FF2B5EF4-FFF2-40B4-BE49-F238E27FC236}">
                <a16:creationId xmlns:a16="http://schemas.microsoft.com/office/drawing/2014/main" id="{895E7E5A-6A4E-496C-A75F-8F5EBBA9CA08}"/>
              </a:ext>
            </a:extLst>
          </p:cNvPr>
          <p:cNvSpPr>
            <a:spLocks xmlns:a="http://schemas.openxmlformats.org/drawingml/2006/main" noGrp="1"/>
          </p:cNvSpPr>
          <p:nvPr/>
        </p:nvSpPr>
        <p:spPr>
          <a:xfrm xmlns:a="http://schemas.openxmlformats.org/drawingml/2006/main">
            <a:off x="8267700" y="3333750"/>
            <a:ext cx="2419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647583"/>
                </a:solidFill>
                <a:latin typeface="DejaVu Sans"/>
                <a:ea typeface="DejaVu Sans"/>
                <a:cs typeface="DejaVu Sans"/>
              </a:defRPr>
            </a:defPPr>
          </a:lstStyle>
          <a:p xmlns:a="http://schemas.openxmlformats.org/drawingml/2006/main">
            <a:pPr>
              <a:defRPr sz="1275" b="0">
                <a:solidFill>
                  <a:srgbClr val="647583"/>
                </a:solidFill>
                <a:latin typeface="DejaVu Sans"/>
                <a:ea typeface="DejaVu Sans"/>
                <a:cs typeface="DejaVu Sans"/>
              </a:defRPr>
            </a:pPr>
            <a:r>
              <a:rPr sz="1275" b="0">
                <a:solidFill>
                  <a:srgbClr val="647583"/>
                </a:solidFill>
                <a:latin typeface="DejaVu Sans"/>
                <a:ea typeface="DejaVu Sans"/>
                <a:cs typeface="DejaVu Sans"/>
              </a:rPr>
              <a:t>Question concepts</a:t>
            </a:r>
          </a:p>
          <a:p xmlns:a="http://schemas.openxmlformats.org/drawingml/2006/main">
            <a:pPr>
              <a:defRPr sz="1275" b="0">
                <a:solidFill>
                  <a:srgbClr val="647583"/>
                </a:solidFill>
                <a:latin typeface="DejaVu Sans"/>
                <a:ea typeface="DejaVu Sans"/>
                <a:cs typeface="DejaVu Sans"/>
              </a:defRPr>
            </a:pPr>
            <a:r>
              <a:rPr sz="1275" b="0">
                <a:solidFill>
                  <a:srgbClr val="647583"/>
                </a:solidFill>
                <a:latin typeface="DejaVu Sans"/>
                <a:ea typeface="DejaVu Sans"/>
                <a:cs typeface="DejaVu Sans"/>
              </a:rPr>
              <a:t>Coverage + feedback</a:t>
            </a:r>
          </a:p>
        </p:txBody>
      </p:sp>
      <p:sp>
        <p:nvSpPr>
          <p:cNvPr id="17" name="">
            <a:extLst xmlns:a="http://schemas.openxmlformats.org/drawingml/2006/main">
              <a:ext uri="{FF2B5EF4-FFF2-40B4-BE49-F238E27FC236}">
                <a16:creationId xmlns:a16="http://schemas.microsoft.com/office/drawing/2014/main" id="{BECF1EBB-41C7-4679-A6E6-85B249D07591}"/>
              </a:ext>
            </a:extLst>
          </p:cNvPr>
          <p:cNvSpPr>
            <a:spLocks xmlns:a="http://schemas.openxmlformats.org/drawingml/2006/main" noGrp="1"/>
          </p:cNvSpPr>
          <p:nvPr/>
        </p:nvSpPr>
        <p:spPr>
          <a:xfrm xmlns:a="http://schemas.openxmlformats.org/drawingml/2006/main">
            <a:off x="3429000" y="3133725"/>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2566B0"/>
                </a:solidFill>
                <a:latin typeface="DejaVu Sans"/>
                <a:ea typeface="DejaVu Sans"/>
                <a:cs typeface="DejaVu Sans"/>
              </a:defRPr>
            </a:defPPr>
          </a:lstStyle>
          <a:p xmlns:a="http://schemas.openxmlformats.org/drawingml/2006/main">
            <a:pPr>
              <a:defRPr sz="2550" b="0">
                <a:solidFill>
                  <a:srgbClr val="2566B0"/>
                </a:solidFill>
                <a:latin typeface="DejaVu Sans"/>
                <a:ea typeface="DejaVu Sans"/>
                <a:cs typeface="DejaVu Sans"/>
              </a:defRPr>
            </a:pPr>
            <a:r>
              <a:rPr sz="2550" b="0">
                <a:solidFill>
                  <a:srgbClr val="2566B0"/>
                </a:solidFill>
                <a:latin typeface="DejaVu Sans"/>
                <a:ea typeface="DejaVu Sans"/>
                <a:cs typeface="DejaVu Sans"/>
              </a:rPr>
              <a:t>→</a:t>
            </a:r>
          </a:p>
        </p:txBody>
      </p:sp>
      <p:sp>
        <p:nvSpPr>
          <p:cNvPr id="18" name="">
            <a:extLst xmlns:a="http://schemas.openxmlformats.org/drawingml/2006/main">
              <a:ext uri="{FF2B5EF4-FFF2-40B4-BE49-F238E27FC236}">
                <a16:creationId xmlns:a16="http://schemas.microsoft.com/office/drawing/2014/main" id="{6F75028D-CFE0-41BA-AD99-C1143BA0C394}"/>
              </a:ext>
            </a:extLst>
          </p:cNvPr>
          <p:cNvSpPr>
            <a:spLocks xmlns:a="http://schemas.openxmlformats.org/drawingml/2006/main" noGrp="1"/>
          </p:cNvSpPr>
          <p:nvPr/>
        </p:nvSpPr>
        <p:spPr>
          <a:xfrm xmlns:a="http://schemas.openxmlformats.org/drawingml/2006/main">
            <a:off x="7239000" y="3133725"/>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2566B0"/>
                </a:solidFill>
                <a:latin typeface="DejaVu Sans"/>
                <a:ea typeface="DejaVu Sans"/>
                <a:cs typeface="DejaVu Sans"/>
              </a:defRPr>
            </a:defPPr>
          </a:lstStyle>
          <a:p xmlns:a="http://schemas.openxmlformats.org/drawingml/2006/main">
            <a:pPr>
              <a:defRPr sz="2550" b="0">
                <a:solidFill>
                  <a:srgbClr val="2566B0"/>
                </a:solidFill>
                <a:latin typeface="DejaVu Sans"/>
                <a:ea typeface="DejaVu Sans"/>
                <a:cs typeface="DejaVu Sans"/>
              </a:defRPr>
            </a:pPr>
            <a:r>
              <a:rPr sz="2550" b="0">
                <a:solidFill>
                  <a:srgbClr val="2566B0"/>
                </a:solidFill>
                <a:latin typeface="DejaVu Sans"/>
                <a:ea typeface="DejaVu Sans"/>
                <a:cs typeface="DejaVu Sans"/>
              </a:rPr>
              <a:t>→</a:t>
            </a:r>
          </a:p>
        </p:txBody>
      </p:sp>
      <p:sp>
        <p:nvSpPr>
          <p:cNvPr id="19" name="">
            <a:extLst xmlns:a="http://schemas.openxmlformats.org/drawingml/2006/main">
              <a:ext uri="{FF2B5EF4-FFF2-40B4-BE49-F238E27FC236}">
                <a16:creationId xmlns:a16="http://schemas.microsoft.com/office/drawing/2014/main" id="{D05765D9-22F9-4658-84A1-987CCF67E39E}"/>
              </a:ext>
            </a:extLst>
          </p:cNvPr>
          <p:cNvSpPr>
            <a:spLocks xmlns:a="http://schemas.openxmlformats.org/drawingml/2006/main" noGrp="1"/>
          </p:cNvSpPr>
          <p:nvPr/>
        </p:nvSpPr>
        <p:spPr>
          <a:xfrm xmlns:a="http://schemas.openxmlformats.org/drawingml/2006/main">
            <a:off x="3352800" y="2886075"/>
            <a:ext cx="9239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0">
                <a:solidFill>
                  <a:srgbClr val="647583"/>
                </a:solidFill>
                <a:latin typeface="DejaVu Sans"/>
                <a:ea typeface="DejaVu Sans"/>
                <a:cs typeface="DejaVu Sans"/>
              </a:defRPr>
            </a:defPPr>
          </a:lstStyle>
          <a:p xmlns:a="http://schemas.openxmlformats.org/drawingml/2006/main">
            <a:pPr>
              <a:defRPr sz="750" b="0">
                <a:solidFill>
                  <a:srgbClr val="647583"/>
                </a:solidFill>
                <a:latin typeface="DejaVu Sans"/>
                <a:ea typeface="DejaVu Sans"/>
                <a:cs typeface="DejaVu Sans"/>
              </a:defRPr>
            </a:pPr>
            <a:r>
              <a:rPr sz="750" b="0">
                <a:solidFill>
                  <a:srgbClr val="647583"/>
                </a:solidFill>
                <a:latin typeface="DejaVu Sans"/>
                <a:ea typeface="DejaVu Sans"/>
                <a:cs typeface="DejaVu Sans"/>
              </a:rPr>
              <a:t>JSON / HTTP</a:t>
            </a:r>
          </a:p>
        </p:txBody>
      </p:sp>
      <p:sp>
        <p:nvSpPr>
          <p:cNvPr id="20" name="">
            <a:extLst xmlns:a="http://schemas.openxmlformats.org/drawingml/2006/main">
              <a:ext uri="{FF2B5EF4-FFF2-40B4-BE49-F238E27FC236}">
                <a16:creationId xmlns:a16="http://schemas.microsoft.com/office/drawing/2014/main" id="{126A7A91-DBA3-4BE7-B01B-AA26A44A329F}"/>
              </a:ext>
            </a:extLst>
          </p:cNvPr>
          <p:cNvSpPr>
            <a:spLocks xmlns:a="http://schemas.openxmlformats.org/drawingml/2006/main" noGrp="1"/>
          </p:cNvSpPr>
          <p:nvPr/>
        </p:nvSpPr>
        <p:spPr>
          <a:xfrm xmlns:a="http://schemas.openxmlformats.org/drawingml/2006/main">
            <a:off x="7162800" y="2886075"/>
            <a:ext cx="9239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0">
                <a:solidFill>
                  <a:srgbClr val="647583"/>
                </a:solidFill>
                <a:latin typeface="DejaVu Sans"/>
                <a:ea typeface="DejaVu Sans"/>
                <a:cs typeface="DejaVu Sans"/>
              </a:defRPr>
            </a:defPPr>
          </a:lstStyle>
          <a:p xmlns:a="http://schemas.openxmlformats.org/drawingml/2006/main">
            <a:pPr>
              <a:defRPr sz="750" b="0">
                <a:solidFill>
                  <a:srgbClr val="647583"/>
                </a:solidFill>
                <a:latin typeface="DejaVu Sans"/>
                <a:ea typeface="DejaVu Sans"/>
                <a:cs typeface="DejaVu Sans"/>
              </a:defRPr>
            </a:pPr>
            <a:r>
              <a:rPr sz="750" b="0">
                <a:solidFill>
                  <a:srgbClr val="647583"/>
                </a:solidFill>
                <a:latin typeface="DejaVu Sans"/>
                <a:ea typeface="DejaVu Sans"/>
                <a:cs typeface="DejaVu Sans"/>
              </a:rPr>
              <a:t>evaluate</a:t>
            </a:r>
          </a:p>
        </p:txBody>
      </p:sp>
      <p:sp>
        <p:nvSpPr>
          <p:cNvPr id="21" name="">
            <a:extLst xmlns:a="http://schemas.openxmlformats.org/drawingml/2006/main">
              <a:ext uri="{FF2B5EF4-FFF2-40B4-BE49-F238E27FC236}">
                <a16:creationId xmlns:a16="http://schemas.microsoft.com/office/drawing/2014/main" id="{7DFED952-E247-4DBF-A069-EEBB1F357857}"/>
              </a:ext>
            </a:extLst>
          </p:cNvPr>
          <p:cNvSpPr>
            <a:spLocks xmlns:a="http://schemas.openxmlformats.org/drawingml/2006/main" noGrp="1"/>
          </p:cNvSpPr>
          <p:nvPr/>
        </p:nvSpPr>
        <p:spPr>
          <a:xfrm xmlns:a="http://schemas.openxmlformats.org/drawingml/2006/main">
            <a:off x="5400675" y="3933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75" b="0">
                <a:solidFill>
                  <a:srgbClr val="2566B0"/>
                </a:solidFill>
                <a:latin typeface="DejaVu Sans"/>
                <a:ea typeface="DejaVu Sans"/>
                <a:cs typeface="DejaVu Sans"/>
              </a:defRPr>
            </a:defPPr>
          </a:lstStyle>
          <a:p xmlns:a="http://schemas.openxmlformats.org/drawingml/2006/main">
            <a:pPr>
              <a:defRPr sz="2475" b="0">
                <a:solidFill>
                  <a:srgbClr val="2566B0"/>
                </a:solidFill>
                <a:latin typeface="DejaVu Sans"/>
                <a:ea typeface="DejaVu Sans"/>
                <a:cs typeface="DejaVu Sans"/>
              </a:defRPr>
            </a:pPr>
            <a:r>
              <a:rPr sz="2475" b="0">
                <a:solidFill>
                  <a:srgbClr val="2566B0"/>
                </a:solidFill>
                <a:latin typeface="DejaVu Sans"/>
                <a:ea typeface="DejaVu Sans"/>
                <a:cs typeface="DejaVu Sans"/>
              </a:rPr>
              <a:t>↓</a:t>
            </a:r>
          </a:p>
        </p:txBody>
      </p:sp>
      <p:sp>
        <p:nvSpPr>
          <p:cNvPr id="22" name="">
            <a:extLst xmlns:a="http://schemas.openxmlformats.org/drawingml/2006/main">
              <a:ext uri="{FF2B5EF4-FFF2-40B4-BE49-F238E27FC236}">
                <a16:creationId xmlns:a16="http://schemas.microsoft.com/office/drawing/2014/main" id="{A5138A38-64ED-4801-9452-EEB0753D11ED}"/>
              </a:ext>
            </a:extLst>
          </p:cNvPr>
          <p:cNvSpPr>
            <a:spLocks xmlns:a="http://schemas.openxmlformats.org/drawingml/2006/main" noGrp="1"/>
          </p:cNvSpPr>
          <p:nvPr/>
        </p:nvSpPr>
        <p:spPr>
          <a:xfrm xmlns:a="http://schemas.openxmlformats.org/drawingml/2006/main">
            <a:off x="4286250" y="4438650"/>
            <a:ext cx="2762250" cy="1009650"/>
          </a:xfrm>
          <a:prstGeom xmlns:a="http://schemas.openxmlformats.org/drawingml/2006/main" prst="rect">
            <a:avLst/>
          </a:prstGeom>
          <a:solidFill xmlns:a="http://schemas.openxmlformats.org/drawingml/2006/main">
            <a:srgbClr val="FFFFFF"/>
          </a:solidFill>
          <a:ln xmlns:a="http://schemas.openxmlformats.org/drawingml/2006/main" w="9525">
            <a:solidFill>
              <a:srgbClr val="D8DFE4"/>
            </a:solidFill>
            <a:prstDash val="solid"/>
          </a:ln>
        </p:spPr>
      </p:sp>
      <p:sp>
        <p:nvSpPr>
          <p:cNvPr id="23" name="">
            <a:extLst xmlns:a="http://schemas.openxmlformats.org/drawingml/2006/main">
              <a:ext uri="{FF2B5EF4-FFF2-40B4-BE49-F238E27FC236}">
                <a16:creationId xmlns:a16="http://schemas.microsoft.com/office/drawing/2014/main" id="{D05D2DC4-86D7-4E15-ABDF-510AAA5DFF33}"/>
              </a:ext>
            </a:extLst>
          </p:cNvPr>
          <p:cNvSpPr>
            <a:spLocks xmlns:a="http://schemas.openxmlformats.org/drawingml/2006/main" noGrp="1"/>
          </p:cNvSpPr>
          <p:nvPr/>
        </p:nvSpPr>
        <p:spPr>
          <a:xfrm xmlns:a="http://schemas.openxmlformats.org/drawingml/2006/main">
            <a:off x="4457700" y="4572000"/>
            <a:ext cx="2419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192E41"/>
                </a:solidFill>
                <a:latin typeface="DejaVu Sans"/>
                <a:ea typeface="DejaVu Sans"/>
                <a:cs typeface="DejaVu Sans"/>
              </a:defRPr>
            </a:defPPr>
          </a:lstStyle>
          <a:p xmlns:a="http://schemas.openxmlformats.org/drawingml/2006/main">
            <a:pPr>
              <a:defRPr sz="1650" b="1">
                <a:solidFill>
                  <a:srgbClr val="192E41"/>
                </a:solidFill>
                <a:latin typeface="DejaVu Sans"/>
                <a:ea typeface="DejaVu Sans"/>
                <a:cs typeface="DejaVu Sans"/>
              </a:defRPr>
            </a:pPr>
            <a:r>
              <a:rPr sz="1650" b="1">
                <a:solidFill>
                  <a:srgbClr val="192E41"/>
                </a:solidFill>
                <a:latin typeface="DejaVu Sans"/>
                <a:ea typeface="DejaVu Sans"/>
                <a:cs typeface="DejaVu Sans"/>
              </a:rPr>
              <a:t>Session storage</a:t>
            </a:r>
          </a:p>
        </p:txBody>
      </p:sp>
      <p:sp>
        <p:nvSpPr>
          <p:cNvPr id="24" name="">
            <a:extLst xmlns:a="http://schemas.openxmlformats.org/drawingml/2006/main">
              <a:ext uri="{FF2B5EF4-FFF2-40B4-BE49-F238E27FC236}">
                <a16:creationId xmlns:a16="http://schemas.microsoft.com/office/drawing/2014/main" id="{5EFF42FC-49C9-4D77-AF6E-DD01CE9AD912}"/>
              </a:ext>
            </a:extLst>
          </p:cNvPr>
          <p:cNvSpPr>
            <a:spLocks xmlns:a="http://schemas.openxmlformats.org/drawingml/2006/main" noGrp="1"/>
          </p:cNvSpPr>
          <p:nvPr/>
        </p:nvSpPr>
        <p:spPr>
          <a:xfrm xmlns:a="http://schemas.openxmlformats.org/drawingml/2006/main">
            <a:off x="4457700" y="4905375"/>
            <a:ext cx="2419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647583"/>
                </a:solidFill>
                <a:latin typeface="DejaVu Sans"/>
                <a:ea typeface="DejaVu Sans"/>
                <a:cs typeface="DejaVu Sans"/>
              </a:defRPr>
            </a:defPPr>
          </a:lstStyle>
          <a:p xmlns:a="http://schemas.openxmlformats.org/drawingml/2006/main">
            <a:pPr>
              <a:defRPr sz="1275" b="0">
                <a:solidFill>
                  <a:srgbClr val="647583"/>
                </a:solidFill>
                <a:latin typeface="DejaVu Sans"/>
                <a:ea typeface="DejaVu Sans"/>
                <a:cs typeface="DejaVu Sans"/>
              </a:defRPr>
            </a:pPr>
            <a:r>
              <a:rPr sz="1275" b="0">
                <a:solidFill>
                  <a:srgbClr val="647583"/>
                </a:solidFill>
                <a:latin typeface="DejaVu Sans"/>
                <a:ea typeface="DejaVu Sans"/>
                <a:cs typeface="DejaVu Sans"/>
              </a:rPr>
              <a:t>data/sessions.json</a:t>
            </a:r>
          </a:p>
          <a:p xmlns:a="http://schemas.openxmlformats.org/drawingml/2006/main">
            <a:pPr>
              <a:defRPr sz="1275" b="0">
                <a:solidFill>
                  <a:srgbClr val="647583"/>
                </a:solidFill>
                <a:latin typeface="DejaVu Sans"/>
                <a:ea typeface="DejaVu Sans"/>
                <a:cs typeface="DejaVu Sans"/>
              </a:defRPr>
            </a:pPr>
            <a:r>
              <a:rPr sz="1275" b="0">
                <a:solidFill>
                  <a:srgbClr val="647583"/>
                </a:solidFill>
                <a:latin typeface="DejaVu Sans"/>
                <a:ea typeface="DejaVu Sans"/>
                <a:cs typeface="DejaVu Sans"/>
              </a:rPr>
              <a:t>Answers + reports</a:t>
            </a:r>
          </a:p>
        </p:txBody>
      </p:sp>
      <p:sp>
        <p:nvSpPr>
          <p:cNvPr id="25" name="">
            <a:extLst xmlns:a="http://schemas.openxmlformats.org/drawingml/2006/main">
              <a:ext uri="{FF2B5EF4-FFF2-40B4-BE49-F238E27FC236}">
                <a16:creationId xmlns:a16="http://schemas.microsoft.com/office/drawing/2014/main" id="{8E5F3561-2DD1-4054-9CF5-C27BC3AD382E}"/>
              </a:ext>
            </a:extLst>
          </p:cNvPr>
          <p:cNvSpPr>
            <a:spLocks xmlns:a="http://schemas.openxmlformats.org/drawingml/2006/main" noGrp="1"/>
          </p:cNvSpPr>
          <p:nvPr/>
        </p:nvSpPr>
        <p:spPr>
          <a:xfrm xmlns:a="http://schemas.openxmlformats.org/drawingml/2006/main">
            <a:off x="7239000" y="470535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2566B0"/>
                </a:solidFill>
                <a:latin typeface="DejaVu Sans"/>
                <a:ea typeface="DejaVu Sans"/>
                <a:cs typeface="DejaVu Sans"/>
              </a:defRPr>
            </a:defPPr>
          </a:lstStyle>
          <a:p xmlns:a="http://schemas.openxmlformats.org/drawingml/2006/main">
            <a:pPr>
              <a:defRPr sz="2550" b="0">
                <a:solidFill>
                  <a:srgbClr val="2566B0"/>
                </a:solidFill>
                <a:latin typeface="DejaVu Sans"/>
                <a:ea typeface="DejaVu Sans"/>
                <a:cs typeface="DejaVu Sans"/>
              </a:defRPr>
            </a:pPr>
            <a:r>
              <a:rPr sz="2550" b="0">
                <a:solidFill>
                  <a:srgbClr val="2566B0"/>
                </a:solidFill>
                <a:latin typeface="DejaVu Sans"/>
                <a:ea typeface="DejaVu Sans"/>
                <a:cs typeface="DejaVu Sans"/>
              </a:rPr>
              <a:t>→</a:t>
            </a:r>
          </a:p>
        </p:txBody>
      </p:sp>
      <p:sp>
        <p:nvSpPr>
          <p:cNvPr id="26" name="">
            <a:extLst xmlns:a="http://schemas.openxmlformats.org/drawingml/2006/main">
              <a:ext uri="{FF2B5EF4-FFF2-40B4-BE49-F238E27FC236}">
                <a16:creationId xmlns:a16="http://schemas.microsoft.com/office/drawing/2014/main" id="{C4B6FC82-3BE9-4560-B53D-9207A6F131A4}"/>
              </a:ext>
            </a:extLst>
          </p:cNvPr>
          <p:cNvSpPr>
            <a:spLocks xmlns:a="http://schemas.openxmlformats.org/drawingml/2006/main" noGrp="1"/>
          </p:cNvSpPr>
          <p:nvPr/>
        </p:nvSpPr>
        <p:spPr>
          <a:xfrm xmlns:a="http://schemas.openxmlformats.org/drawingml/2006/main">
            <a:off x="8096250" y="4438650"/>
            <a:ext cx="2762250" cy="1009650"/>
          </a:xfrm>
          <a:prstGeom xmlns:a="http://schemas.openxmlformats.org/drawingml/2006/main" prst="rect">
            <a:avLst/>
          </a:prstGeom>
          <a:solidFill xmlns:a="http://schemas.openxmlformats.org/drawingml/2006/main">
            <a:srgbClr val="FFFFFF"/>
          </a:solidFill>
          <a:ln xmlns:a="http://schemas.openxmlformats.org/drawingml/2006/main" w="9525">
            <a:solidFill>
              <a:srgbClr val="D8DFE4"/>
            </a:solidFill>
            <a:prstDash val="solid"/>
          </a:ln>
        </p:spPr>
      </p:sp>
      <p:sp>
        <p:nvSpPr>
          <p:cNvPr id="27" name="">
            <a:extLst xmlns:a="http://schemas.openxmlformats.org/drawingml/2006/main">
              <a:ext uri="{FF2B5EF4-FFF2-40B4-BE49-F238E27FC236}">
                <a16:creationId xmlns:a16="http://schemas.microsoft.com/office/drawing/2014/main" id="{8CA99F7F-4C39-4277-B7F5-3845043A78EA}"/>
              </a:ext>
            </a:extLst>
          </p:cNvPr>
          <p:cNvSpPr>
            <a:spLocks xmlns:a="http://schemas.openxmlformats.org/drawingml/2006/main" noGrp="1"/>
          </p:cNvSpPr>
          <p:nvPr/>
        </p:nvSpPr>
        <p:spPr>
          <a:xfrm xmlns:a="http://schemas.openxmlformats.org/drawingml/2006/main">
            <a:off x="8267700" y="4572000"/>
            <a:ext cx="2419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192E41"/>
                </a:solidFill>
                <a:latin typeface="DejaVu Sans"/>
                <a:ea typeface="DejaVu Sans"/>
                <a:cs typeface="DejaVu Sans"/>
              </a:defRPr>
            </a:defPPr>
          </a:lstStyle>
          <a:p xmlns:a="http://schemas.openxmlformats.org/drawingml/2006/main">
            <a:pPr>
              <a:defRPr sz="1650" b="1">
                <a:solidFill>
                  <a:srgbClr val="192E41"/>
                </a:solidFill>
                <a:latin typeface="DejaVu Sans"/>
                <a:ea typeface="DejaVu Sans"/>
                <a:cs typeface="DejaVu Sans"/>
              </a:defRPr>
            </a:pPr>
            <a:r>
              <a:rPr sz="1650" b="1">
                <a:solidFill>
                  <a:srgbClr val="192E41"/>
                </a:solidFill>
                <a:latin typeface="DejaVu Sans"/>
                <a:ea typeface="DejaVu Sans"/>
                <a:cs typeface="DejaVu Sans"/>
              </a:rPr>
              <a:t>Next browser view</a:t>
            </a:r>
          </a:p>
        </p:txBody>
      </p:sp>
      <p:sp>
        <p:nvSpPr>
          <p:cNvPr id="28" name="">
            <a:extLst xmlns:a="http://schemas.openxmlformats.org/drawingml/2006/main">
              <a:ext uri="{FF2B5EF4-FFF2-40B4-BE49-F238E27FC236}">
                <a16:creationId xmlns:a16="http://schemas.microsoft.com/office/drawing/2014/main" id="{1B108E4A-4A66-46E2-9C08-9EF7135049E6}"/>
              </a:ext>
            </a:extLst>
          </p:cNvPr>
          <p:cNvSpPr>
            <a:spLocks xmlns:a="http://schemas.openxmlformats.org/drawingml/2006/main" noGrp="1"/>
          </p:cNvSpPr>
          <p:nvPr/>
        </p:nvSpPr>
        <p:spPr>
          <a:xfrm xmlns:a="http://schemas.openxmlformats.org/drawingml/2006/main">
            <a:off x="8267700" y="4905375"/>
            <a:ext cx="2419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647583"/>
                </a:solidFill>
                <a:latin typeface="DejaVu Sans"/>
                <a:ea typeface="DejaVu Sans"/>
                <a:cs typeface="DejaVu Sans"/>
              </a:defRPr>
            </a:defPPr>
          </a:lstStyle>
          <a:p xmlns:a="http://schemas.openxmlformats.org/drawingml/2006/main">
            <a:pPr>
              <a:defRPr sz="1275" b="0">
                <a:solidFill>
                  <a:srgbClr val="647583"/>
                </a:solidFill>
                <a:latin typeface="DejaVu Sans"/>
                <a:ea typeface="DejaVu Sans"/>
                <a:cs typeface="DejaVu Sans"/>
              </a:defRPr>
            </a:pPr>
            <a:r>
              <a:rPr sz="1275" b="0">
                <a:solidFill>
                  <a:srgbClr val="647583"/>
                </a:solidFill>
                <a:latin typeface="DejaVu Sans"/>
                <a:ea typeface="DejaVu Sans"/>
                <a:cs typeface="DejaVu Sans"/>
              </a:rPr>
              <a:t>Feedback, next question</a:t>
            </a:r>
          </a:p>
          <a:p xmlns:a="http://schemas.openxmlformats.org/drawingml/2006/main">
            <a:pPr>
              <a:defRPr sz="1275" b="0">
                <a:solidFill>
                  <a:srgbClr val="647583"/>
                </a:solidFill>
                <a:latin typeface="DejaVu Sans"/>
                <a:ea typeface="DejaVu Sans"/>
                <a:cs typeface="DejaVu Sans"/>
              </a:defRPr>
            </a:pPr>
            <a:r>
              <a:rPr sz="1275" b="0">
                <a:solidFill>
                  <a:srgbClr val="647583"/>
                </a:solidFill>
                <a:latin typeface="DejaVu Sans"/>
                <a:ea typeface="DejaVu Sans"/>
                <a:cs typeface="DejaVu Sans"/>
              </a:rPr>
              <a:t>or completed report</a:t>
            </a:r>
          </a:p>
        </p:txBody>
      </p:sp>
      <p:sp>
        <p:nvSpPr>
          <p:cNvPr id="29" name="">
            <a:extLst xmlns:a="http://schemas.openxmlformats.org/drawingml/2006/main">
              <a:ext uri="{FF2B5EF4-FFF2-40B4-BE49-F238E27FC236}">
                <a16:creationId xmlns:a16="http://schemas.microsoft.com/office/drawing/2014/main" id="{91AF1288-1CFA-499F-ADBF-B50B325C42FA}"/>
              </a:ext>
            </a:extLst>
          </p:cNvPr>
          <p:cNvSpPr>
            <a:spLocks xmlns:a="http://schemas.openxmlformats.org/drawingml/2006/main" noGrp="1"/>
          </p:cNvSpPr>
          <p:nvPr/>
        </p:nvSpPr>
        <p:spPr>
          <a:xfrm xmlns:a="http://schemas.openxmlformats.org/drawingml/2006/main">
            <a:off x="476250" y="5819775"/>
            <a:ext cx="11239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647583"/>
                </a:solidFill>
                <a:latin typeface="DejaVu Sans"/>
                <a:ea typeface="DejaVu Sans"/>
                <a:cs typeface="DejaVu Sans"/>
              </a:defRPr>
            </a:defPPr>
          </a:lstStyle>
          <a:p xmlns:a="http://schemas.openxmlformats.org/drawingml/2006/main">
            <a:pPr>
              <a:defRPr sz="1650" b="0">
                <a:solidFill>
                  <a:srgbClr val="647583"/>
                </a:solidFill>
                <a:latin typeface="DejaVu Sans"/>
                <a:ea typeface="DejaVu Sans"/>
                <a:cs typeface="DejaVu Sans"/>
              </a:defRPr>
            </a:pPr>
            <a:r>
              <a:rPr sz="1650" b="0">
                <a:solidFill>
                  <a:srgbClr val="647583"/>
                </a:solidFill>
                <a:latin typeface="DejaVu Sans"/>
                <a:ea typeface="DejaVu Sans"/>
                <a:cs typeface="DejaVu Sans"/>
              </a:rPr>
              <a:t>Node.js serves the UI and API from one local origin.</a:t>
            </a:r>
          </a:p>
        </p:txBody>
      </p:sp>
    </p:spTree>
    <p:extLst>
      <p:ext uri="{BB962C8B-B14F-4D97-AF65-F5344CB8AC3E}">
        <p14:creationId xmlns:p14="http://schemas.microsoft.com/office/powerpoint/2010/main" val="33450090"/>
      </p:ext>
    </p:extLst>
  </p:cSld>
</p:sld>
</file>

<file path=ppt/slides/slide5.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2CFEE50-DF7D-403B-BD20-71F017F72797}"/>
              </a:ext>
            </a:extLst>
          </p:cNvPr>
          <p:cNvSpPr>
            <a:spLocks xmlns:a="http://schemas.openxmlformats.org/drawingml/2006/main" noGrp="1"/>
          </p:cNvSpPr>
          <p:nvPr/>
        </p:nvSpPr>
        <p:spPr>
          <a:xfrm xmlns:a="http://schemas.openxmlformats.org/drawingml/2006/main">
            <a:off x="419100" y="276225"/>
            <a:ext cx="352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192E41"/>
                </a:solidFill>
                <a:latin typeface="DejaVu Sans"/>
                <a:ea typeface="DejaVu Sans"/>
                <a:cs typeface="DejaVu Sans"/>
              </a:defRPr>
            </a:defPPr>
          </a:lstStyle>
          <a:p xmlns:a="http://schemas.openxmlformats.org/drawingml/2006/main">
            <a:pPr>
              <a:defRPr sz="1050" b="1">
                <a:solidFill>
                  <a:srgbClr val="192E41"/>
                </a:solidFill>
                <a:latin typeface="DejaVu Sans"/>
                <a:ea typeface="DejaVu Sans"/>
                <a:cs typeface="DejaVu Sans"/>
              </a:defRPr>
            </a:pPr>
            <a:r>
              <a:rPr sz="1050" b="1">
                <a:solidFill>
                  <a:srgbClr val="192E41"/>
                </a:solidFill>
                <a:latin typeface="DejaVu Sans"/>
                <a:ea typeface="DejaVu Sans"/>
                <a:cs typeface="DejaVu Sans"/>
              </a:rPr>
              <a:t>K  /  KALMAN SYSTEMS</a:t>
            </a:r>
          </a:p>
        </p:txBody>
      </p:sp>
      <p:sp>
        <p:nvSpPr>
          <p:cNvPr id="2" name="">
            <a:extLst xmlns:a="http://schemas.openxmlformats.org/drawingml/2006/main">
              <a:ext uri="{FF2B5EF4-FFF2-40B4-BE49-F238E27FC236}">
                <a16:creationId xmlns:a16="http://schemas.microsoft.com/office/drawing/2014/main" id="{31373E1D-8BB8-410C-8757-0885CC8311D3}"/>
              </a:ext>
            </a:extLst>
          </p:cNvPr>
          <p:cNvSpPr>
            <a:spLocks xmlns:a="http://schemas.openxmlformats.org/drawingml/2006/main" noGrp="1"/>
          </p:cNvSpPr>
          <p:nvPr/>
        </p:nvSpPr>
        <p:spPr>
          <a:xfrm xmlns:a="http://schemas.openxmlformats.org/drawingml/2006/main">
            <a:off x="7810500" y="314325"/>
            <a:ext cx="396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647583"/>
                </a:solidFill>
                <a:latin typeface="DejaVu Sans"/>
                <a:ea typeface="DejaVu Sans"/>
                <a:cs typeface="DejaVu Sans"/>
              </a:defRPr>
            </a:defPPr>
          </a:lstStyle>
          <a:p xmlns:a="http://schemas.openxmlformats.org/drawingml/2006/main">
            <a:pPr>
              <a:defRPr sz="900" b="0">
                <a:solidFill>
                  <a:srgbClr val="647583"/>
                </a:solidFill>
                <a:latin typeface="DejaVu Sans"/>
                <a:ea typeface="DejaVu Sans"/>
                <a:cs typeface="DejaVu Sans"/>
              </a:defRPr>
            </a:pPr>
            <a:r>
              <a:rPr sz="900" b="0">
                <a:solidFill>
                  <a:srgbClr val="647583"/>
                </a:solidFill>
                <a:latin typeface="DejaVu Sans"/>
                <a:ea typeface="DejaVu Sans"/>
                <a:cs typeface="DejaVu Sans"/>
              </a:rPr>
              <a:t>WEB TECHNOLOGIES / PBL</a:t>
            </a:r>
          </a:p>
        </p:txBody>
      </p:sp>
      <p:sp>
        <p:nvSpPr>
          <p:cNvPr id="3" name="">
            <a:extLst xmlns:a="http://schemas.openxmlformats.org/drawingml/2006/main">
              <a:ext uri="{FF2B5EF4-FFF2-40B4-BE49-F238E27FC236}">
                <a16:creationId xmlns:a16="http://schemas.microsoft.com/office/drawing/2014/main" id="{74F3AA82-4852-4979-961B-7D4D5981A340}"/>
              </a:ext>
            </a:extLst>
          </p:cNvPr>
          <p:cNvSpPr>
            <a:spLocks xmlns:a="http://schemas.openxmlformats.org/drawingml/2006/main" noGrp="1"/>
          </p:cNvSpPr>
          <p:nvPr/>
        </p:nvSpPr>
        <p:spPr>
          <a:xfrm xmlns:a="http://schemas.openxmlformats.org/drawingml/2006/main">
            <a:off x="419100" y="64008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647583"/>
                </a:solidFill>
                <a:latin typeface="DejaVu Sans"/>
                <a:ea typeface="DejaVu Sans"/>
                <a:cs typeface="DejaVu Sans"/>
              </a:defRPr>
            </a:defPPr>
          </a:lstStyle>
          <a:p xmlns:a="http://schemas.openxmlformats.org/drawingml/2006/main">
            <a:pPr>
              <a:defRPr sz="900" b="0">
                <a:solidFill>
                  <a:srgbClr val="647583"/>
                </a:solidFill>
                <a:latin typeface="DejaVu Sans"/>
                <a:ea typeface="DejaVu Sans"/>
                <a:cs typeface="DejaVu Sans"/>
              </a:defRPr>
            </a:pPr>
            <a:r>
              <a:rPr sz="900" b="0">
                <a:solidFill>
                  <a:srgbClr val="647583"/>
                </a:solidFill>
                <a:latin typeface="DejaVu Sans"/>
                <a:ea typeface="DejaVu Sans"/>
                <a:cs typeface="DejaVu Sans"/>
              </a:rPr>
              <a:t>05 / 06</a:t>
            </a:r>
          </a:p>
        </p:txBody>
      </p:sp>
      <p:sp>
        <p:nvSpPr>
          <p:cNvPr id="4" name="">
            <a:extLst xmlns:a="http://schemas.openxmlformats.org/drawingml/2006/main">
              <a:ext uri="{FF2B5EF4-FFF2-40B4-BE49-F238E27FC236}">
                <a16:creationId xmlns:a16="http://schemas.microsoft.com/office/drawing/2014/main" id="{4C212F65-EDDC-4147-AAF7-8D0D277CA844}"/>
              </a:ext>
            </a:extLst>
          </p:cNvPr>
          <p:cNvSpPr>
            <a:spLocks xmlns:a="http://schemas.openxmlformats.org/drawingml/2006/main" noGrp="1"/>
          </p:cNvSpPr>
          <p:nvPr/>
        </p:nvSpPr>
        <p:spPr>
          <a:xfrm xmlns:a="http://schemas.openxmlformats.org/drawingml/2006/main">
            <a:off x="0" y="6829425"/>
            <a:ext cx="10160000" cy="28575"/>
          </a:xfrm>
          <a:prstGeom xmlns:a="http://schemas.openxmlformats.org/drawingml/2006/main" prst="rect">
            <a:avLst/>
          </a:prstGeom>
          <a:solidFill xmlns:a="http://schemas.openxmlformats.org/drawingml/2006/main">
            <a:srgbClr val="2566B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1C13322-110A-41B1-A790-00334206B88E}"/>
              </a:ext>
            </a:extLst>
          </p:cNvPr>
          <p:cNvSpPr>
            <a:spLocks xmlns:a="http://schemas.openxmlformats.org/drawingml/2006/main" noGrp="1"/>
          </p:cNvSpPr>
          <p:nvPr/>
        </p:nvSpPr>
        <p:spPr>
          <a:xfrm xmlns:a="http://schemas.openxmlformats.org/drawingml/2006/main">
            <a:off x="476250" y="933450"/>
            <a:ext cx="1104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566B0"/>
                </a:solidFill>
                <a:latin typeface="DejaVu Sans"/>
                <a:ea typeface="DejaVu Sans"/>
                <a:cs typeface="DejaVu Sans"/>
              </a:defRPr>
            </a:defPPr>
          </a:lstStyle>
          <a:p xmlns:a="http://schemas.openxmlformats.org/drawingml/2006/main">
            <a:pPr>
              <a:defRPr sz="900" b="1">
                <a:solidFill>
                  <a:srgbClr val="2566B0"/>
                </a:solidFill>
                <a:latin typeface="DejaVu Sans"/>
                <a:ea typeface="DejaVu Sans"/>
                <a:cs typeface="DejaVu Sans"/>
              </a:defRPr>
            </a:pPr>
            <a:r>
              <a:rPr sz="900" b="1">
                <a:solidFill>
                  <a:srgbClr val="2566B0"/>
                </a:solidFill>
                <a:latin typeface="DejaVu Sans"/>
                <a:ea typeface="DejaVu Sans"/>
                <a:cs typeface="DejaVu Sans"/>
              </a:rPr>
              <a:t>04 / EVALUATION LOGIC</a:t>
            </a:r>
          </a:p>
        </p:txBody>
      </p:sp>
      <p:sp>
        <p:nvSpPr>
          <p:cNvPr id="6" name="">
            <a:extLst xmlns:a="http://schemas.openxmlformats.org/drawingml/2006/main">
              <a:ext uri="{FF2B5EF4-FFF2-40B4-BE49-F238E27FC236}">
                <a16:creationId xmlns:a16="http://schemas.microsoft.com/office/drawing/2014/main" id="{65BE2B2F-8F9D-4961-9B78-442808F642A7}"/>
              </a:ext>
            </a:extLst>
          </p:cNvPr>
          <p:cNvSpPr>
            <a:spLocks xmlns:a="http://schemas.openxmlformats.org/drawingml/2006/main" noGrp="1"/>
          </p:cNvSpPr>
          <p:nvPr/>
        </p:nvSpPr>
        <p:spPr>
          <a:xfrm xmlns:a="http://schemas.openxmlformats.org/drawingml/2006/main">
            <a:off x="476250" y="125730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0">
                <a:solidFill>
                  <a:srgbClr val="192E41"/>
                </a:solidFill>
                <a:latin typeface="DejaVu Serif"/>
                <a:ea typeface="DejaVu Serif"/>
                <a:cs typeface="DejaVu Serif"/>
              </a:defRPr>
            </a:defPPr>
          </a:lstStyle>
          <a:p xmlns:a="http://schemas.openxmlformats.org/drawingml/2006/main">
            <a:pPr>
              <a:defRPr sz="2700" b="0">
                <a:solidFill>
                  <a:srgbClr val="192E41"/>
                </a:solidFill>
                <a:latin typeface="DejaVu Serif"/>
                <a:ea typeface="DejaVu Serif"/>
                <a:cs typeface="DejaVu Serif"/>
              </a:defRPr>
            </a:pPr>
            <a:r>
              <a:rPr sz="2700" b="0">
                <a:solidFill>
                  <a:srgbClr val="192E41"/>
                </a:solidFill>
                <a:latin typeface="DejaVu Serif"/>
                <a:ea typeface="DejaVu Serif"/>
                <a:cs typeface="DejaVu Serif"/>
              </a:rPr>
              <a:t>Feedback is explainable, with visible limits</a:t>
            </a:r>
          </a:p>
        </p:txBody>
      </p:sp>
      <p:sp>
        <p:nvSpPr>
          <p:cNvPr id="7" name="">
            <a:extLst xmlns:a="http://schemas.openxmlformats.org/drawingml/2006/main">
              <a:ext uri="{FF2B5EF4-FFF2-40B4-BE49-F238E27FC236}">
                <a16:creationId xmlns:a16="http://schemas.microsoft.com/office/drawing/2014/main" id="{6D5DAFD9-B0A1-48F5-B426-0B2FDCFC84FC}"/>
              </a:ext>
            </a:extLst>
          </p:cNvPr>
          <p:cNvSpPr>
            <a:spLocks xmlns:a="http://schemas.openxmlformats.org/drawingml/2006/main" noGrp="1"/>
          </p:cNvSpPr>
          <p:nvPr/>
        </p:nvSpPr>
        <p:spPr>
          <a:xfrm xmlns:a="http://schemas.openxmlformats.org/drawingml/2006/main">
            <a:off x="476250" y="2028825"/>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647583"/>
                </a:solidFill>
                <a:latin typeface="DejaVu Sans"/>
                <a:ea typeface="DejaVu Sans"/>
                <a:cs typeface="DejaVu Sans"/>
              </a:defRPr>
            </a:defPPr>
          </a:lstStyle>
          <a:p xmlns:a="http://schemas.openxmlformats.org/drawingml/2006/main">
            <a:pPr>
              <a:defRPr sz="1500" b="0">
                <a:solidFill>
                  <a:srgbClr val="647583"/>
                </a:solidFill>
                <a:latin typeface="DejaVu Sans"/>
                <a:ea typeface="DejaVu Sans"/>
                <a:cs typeface="DejaVu Sans"/>
              </a:defRPr>
            </a:pPr>
            <a:r>
              <a:rPr sz="1500" b="0">
                <a:solidFill>
                  <a:srgbClr val="647583"/>
                </a:solidFill>
                <a:latin typeface="DejaVu Sans"/>
                <a:ea typeface="DejaVu Sans"/>
                <a:cs typeface="DejaVu Sans"/>
              </a:rPr>
              <a:t>The prototype measures expected concept coverage using a local rubric.</a:t>
            </a:r>
          </a:p>
        </p:txBody>
      </p:sp>
      <p:sp>
        <p:nvSpPr>
          <p:cNvPr id="8" name="">
            <a:extLst xmlns:a="http://schemas.openxmlformats.org/drawingml/2006/main">
              <a:ext uri="{FF2B5EF4-FFF2-40B4-BE49-F238E27FC236}">
                <a16:creationId xmlns:a16="http://schemas.microsoft.com/office/drawing/2014/main" id="{A90AB119-54EB-4670-AEC2-1901707F11B6}"/>
              </a:ext>
            </a:extLst>
          </p:cNvPr>
          <p:cNvSpPr>
            <a:spLocks xmlns:a="http://schemas.openxmlformats.org/drawingml/2006/main" noGrp="1"/>
          </p:cNvSpPr>
          <p:nvPr/>
        </p:nvSpPr>
        <p:spPr>
          <a:xfrm xmlns:a="http://schemas.openxmlformats.org/drawingml/2006/main">
            <a:off x="476250" y="2790825"/>
            <a:ext cx="5334000" cy="3162300"/>
          </a:xfrm>
          <a:prstGeom xmlns:a="http://schemas.openxmlformats.org/drawingml/2006/main" prst="rect">
            <a:avLst/>
          </a:prstGeom>
          <a:solidFill xmlns:a="http://schemas.openxmlformats.org/drawingml/2006/main">
            <a:srgbClr val="FFFFFF"/>
          </a:solidFill>
          <a:ln xmlns:a="http://schemas.openxmlformats.org/drawingml/2006/main" w="9525">
            <a:solidFill>
              <a:srgbClr val="D8DFE4"/>
            </a:solidFill>
            <a:prstDash val="solid"/>
          </a:ln>
        </p:spPr>
      </p:sp>
      <p:sp>
        <p:nvSpPr>
          <p:cNvPr id="9" name="">
            <a:extLst xmlns:a="http://schemas.openxmlformats.org/drawingml/2006/main">
              <a:ext uri="{FF2B5EF4-FFF2-40B4-BE49-F238E27FC236}">
                <a16:creationId xmlns:a16="http://schemas.microsoft.com/office/drawing/2014/main" id="{B7055259-D10A-4C86-887E-DCDEFD81C2FC}"/>
              </a:ext>
            </a:extLst>
          </p:cNvPr>
          <p:cNvSpPr>
            <a:spLocks xmlns:a="http://schemas.openxmlformats.org/drawingml/2006/main" noGrp="1"/>
          </p:cNvSpPr>
          <p:nvPr/>
        </p:nvSpPr>
        <p:spPr>
          <a:xfrm xmlns:a="http://schemas.openxmlformats.org/drawingml/2006/main">
            <a:off x="714375" y="300037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192E41"/>
                </a:solidFill>
                <a:latin typeface="DejaVu Sans"/>
                <a:ea typeface="DejaVu Sans"/>
                <a:cs typeface="DejaVu Sans"/>
              </a:defRPr>
            </a:defPPr>
          </a:lstStyle>
          <a:p xmlns:a="http://schemas.openxmlformats.org/drawingml/2006/main">
            <a:pPr>
              <a:defRPr sz="1650" b="1">
                <a:solidFill>
                  <a:srgbClr val="192E41"/>
                </a:solidFill>
                <a:latin typeface="DejaVu Sans"/>
                <a:ea typeface="DejaVu Sans"/>
                <a:cs typeface="DejaVu Sans"/>
              </a:defRPr>
            </a:pPr>
            <a:r>
              <a:rPr sz="1650" b="1">
                <a:solidFill>
                  <a:srgbClr val="192E41"/>
                </a:solidFill>
                <a:latin typeface="DejaVu Sans"/>
                <a:ea typeface="DejaVu Sans"/>
                <a:cs typeface="DejaVu Sans"/>
              </a:rPr>
              <a:t>Example answer</a:t>
            </a:r>
          </a:p>
        </p:txBody>
      </p:sp>
      <p:sp>
        <p:nvSpPr>
          <p:cNvPr id="10" name="">
            <a:extLst xmlns:a="http://schemas.openxmlformats.org/drawingml/2006/main">
              <a:ext uri="{FF2B5EF4-FFF2-40B4-BE49-F238E27FC236}">
                <a16:creationId xmlns:a16="http://schemas.microsoft.com/office/drawing/2014/main" id="{D597B5FC-E1D6-4942-B5CE-B6DBCE1FA25F}"/>
              </a:ext>
            </a:extLst>
          </p:cNvPr>
          <p:cNvSpPr>
            <a:spLocks xmlns:a="http://schemas.openxmlformats.org/drawingml/2006/main" noGrp="1"/>
          </p:cNvSpPr>
          <p:nvPr/>
        </p:nvSpPr>
        <p:spPr>
          <a:xfrm xmlns:a="http://schemas.openxmlformats.org/drawingml/2006/main">
            <a:off x="714375" y="3467100"/>
            <a:ext cx="48577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92E41"/>
                </a:solidFill>
                <a:latin typeface="DejaVu Serif"/>
                <a:ea typeface="DejaVu Serif"/>
                <a:cs typeface="DejaVu Serif"/>
              </a:defRPr>
            </a:defPPr>
          </a:lstStyle>
          <a:p xmlns:a="http://schemas.openxmlformats.org/drawingml/2006/main">
            <a:pPr>
              <a:defRPr sz="1875" b="0">
                <a:solidFill>
                  <a:srgbClr val="192E41"/>
                </a:solidFill>
                <a:latin typeface="DejaVu Serif"/>
                <a:ea typeface="DejaVu Serif"/>
                <a:cs typeface="DejaVu Serif"/>
              </a:defRPr>
            </a:pPr>
            <a:r>
              <a:rPr sz="1875" b="0">
                <a:solidFill>
                  <a:srgbClr val="192E41"/>
                </a:solidFill>
                <a:latin typeface="DejaVu Serif"/>
                <a:ea typeface="DejaVu Serif"/>
                <a:cs typeface="DejaVu Serif"/>
              </a:rPr>
              <a:t>“HTML defines the structure.</a:t>
            </a:r>
          </a:p>
          <a:p xmlns:a="http://schemas.openxmlformats.org/drawingml/2006/main">
            <a:pPr>
              <a:defRPr sz="1875" b="0">
                <a:solidFill>
                  <a:srgbClr val="192E41"/>
                </a:solidFill>
                <a:latin typeface="DejaVu Serif"/>
                <a:ea typeface="DejaVu Serif"/>
                <a:cs typeface="DejaVu Serif"/>
              </a:defRPr>
            </a:pPr>
            <a:r>
              <a:rPr sz="1875" b="0">
                <a:solidFill>
                  <a:srgbClr val="192E41"/>
                </a:solidFill>
                <a:latin typeface="DejaVu Serif"/>
                <a:ea typeface="DejaVu Serif"/>
                <a:cs typeface="DejaVu Serif"/>
              </a:rPr>
              <a:t>CSS controls the styles.”</a:t>
            </a:r>
          </a:p>
        </p:txBody>
      </p:sp>
      <p:sp>
        <p:nvSpPr>
          <p:cNvPr id="11" name="">
            <a:extLst xmlns:a="http://schemas.openxmlformats.org/drawingml/2006/main">
              <a:ext uri="{FF2B5EF4-FFF2-40B4-BE49-F238E27FC236}">
                <a16:creationId xmlns:a16="http://schemas.microsoft.com/office/drawing/2014/main" id="{BD68B123-DEE0-440A-B0D2-1741B475099D}"/>
              </a:ext>
            </a:extLst>
          </p:cNvPr>
          <p:cNvSpPr>
            <a:spLocks xmlns:a="http://schemas.openxmlformats.org/drawingml/2006/main" noGrp="1"/>
          </p:cNvSpPr>
          <p:nvPr/>
        </p:nvSpPr>
        <p:spPr>
          <a:xfrm xmlns:a="http://schemas.openxmlformats.org/drawingml/2006/main">
            <a:off x="714375" y="4476750"/>
            <a:ext cx="485775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647583"/>
                </a:solidFill>
                <a:latin typeface="DejaVu Sans"/>
                <a:ea typeface="DejaVu Sans"/>
                <a:cs typeface="DejaVu Sans"/>
              </a:defRPr>
            </a:defPPr>
          </a:lstStyle>
          <a:p xmlns:a="http://schemas.openxmlformats.org/drawingml/2006/main">
            <a:pPr>
              <a:defRPr sz="1500" b="0">
                <a:solidFill>
                  <a:srgbClr val="647583"/>
                </a:solidFill>
                <a:latin typeface="DejaVu Sans"/>
                <a:ea typeface="DejaVu Sans"/>
                <a:cs typeface="DejaVu Sans"/>
              </a:defRPr>
            </a:pPr>
            <a:r>
              <a:rPr sz="1500" b="0">
                <a:solidFill>
                  <a:srgbClr val="647583"/>
                </a:solidFill>
                <a:latin typeface="DejaVu Sans"/>
                <a:ea typeface="DejaVu Sans"/>
                <a:cs typeface="DejaVu Sans"/>
              </a:rPr>
              <a:t>✓ HTML / markup</a:t>
            </a:r>
          </a:p>
          <a:p xmlns:a="http://schemas.openxmlformats.org/drawingml/2006/main">
            <a:pPr>
              <a:defRPr sz="1500" b="0">
                <a:solidFill>
                  <a:srgbClr val="647583"/>
                </a:solidFill>
                <a:latin typeface="DejaVu Sans"/>
                <a:ea typeface="DejaVu Sans"/>
                <a:cs typeface="DejaVu Sans"/>
              </a:defRPr>
            </a:pPr>
            <a:r>
              <a:rPr sz="1500" b="0">
                <a:solidFill>
                  <a:srgbClr val="647583"/>
                </a:solidFill>
                <a:latin typeface="DejaVu Sans"/>
                <a:ea typeface="DejaVu Sans"/>
                <a:cs typeface="DejaVu Sans"/>
              </a:rPr>
              <a:t>✓ Structure / content</a:t>
            </a:r>
          </a:p>
          <a:p xmlns:a="http://schemas.openxmlformats.org/drawingml/2006/main">
            <a:pPr>
              <a:defRPr sz="1500" b="0">
                <a:solidFill>
                  <a:srgbClr val="647583"/>
                </a:solidFill>
                <a:latin typeface="DejaVu Sans"/>
                <a:ea typeface="DejaVu Sans"/>
                <a:cs typeface="DejaVu Sans"/>
              </a:defRPr>
            </a:pPr>
            <a:r>
              <a:rPr sz="1500" b="0">
                <a:solidFill>
                  <a:srgbClr val="647583"/>
                </a:solidFill>
                <a:latin typeface="DejaVu Sans"/>
                <a:ea typeface="DejaVu Sans"/>
                <a:cs typeface="DejaVu Sans"/>
              </a:rPr>
              <a:t>✓ CSS / styling</a:t>
            </a:r>
          </a:p>
          <a:p xmlns:a="http://schemas.openxmlformats.org/drawingml/2006/main">
            <a:pPr>
              <a:defRPr sz="1500" b="0">
                <a:solidFill>
                  <a:srgbClr val="647583"/>
                </a:solidFill>
                <a:latin typeface="DejaVu Sans"/>
                <a:ea typeface="DejaVu Sans"/>
                <a:cs typeface="DejaVu Sans"/>
              </a:defRPr>
            </a:pPr>
            <a:r>
              <a:rPr sz="1500" b="0">
                <a:solidFill>
                  <a:srgbClr val="647583"/>
                </a:solidFill>
                <a:latin typeface="DejaVu Sans"/>
                <a:ea typeface="DejaVu Sans"/>
                <a:cs typeface="DejaVu Sans"/>
              </a:rPr>
              <a:t>○ JavaScript / interactivity</a:t>
            </a:r>
          </a:p>
        </p:txBody>
      </p:sp>
      <p:sp>
        <p:nvSpPr>
          <p:cNvPr id="12" name="">
            <a:extLst xmlns:a="http://schemas.openxmlformats.org/drawingml/2006/main">
              <a:ext uri="{FF2B5EF4-FFF2-40B4-BE49-F238E27FC236}">
                <a16:creationId xmlns:a16="http://schemas.microsoft.com/office/drawing/2014/main" id="{58C314A2-4EB4-4950-B80C-5D1594935456}"/>
              </a:ext>
            </a:extLst>
          </p:cNvPr>
          <p:cNvSpPr>
            <a:spLocks xmlns:a="http://schemas.openxmlformats.org/drawingml/2006/main" noGrp="1"/>
          </p:cNvSpPr>
          <p:nvPr/>
        </p:nvSpPr>
        <p:spPr>
          <a:xfrm xmlns:a="http://schemas.openxmlformats.org/drawingml/2006/main">
            <a:off x="6381750" y="2781300"/>
            <a:ext cx="5143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875" b="0">
                <a:solidFill>
                  <a:srgbClr val="192E41"/>
                </a:solidFill>
                <a:latin typeface="DejaVu Serif"/>
                <a:ea typeface="DejaVu Serif"/>
                <a:cs typeface="DejaVu Serif"/>
              </a:defRPr>
            </a:defPPr>
          </a:lstStyle>
          <a:p xmlns:a="http://schemas.openxmlformats.org/drawingml/2006/main">
            <a:pPr>
              <a:defRPr sz="4875" b="0">
                <a:solidFill>
                  <a:srgbClr val="192E41"/>
                </a:solidFill>
                <a:latin typeface="DejaVu Serif"/>
                <a:ea typeface="DejaVu Serif"/>
                <a:cs typeface="DejaVu Serif"/>
              </a:defRPr>
            </a:pPr>
            <a:r>
              <a:rPr sz="4875" b="0">
                <a:solidFill>
                  <a:srgbClr val="192E41"/>
                </a:solidFill>
                <a:latin typeface="DejaVu Serif"/>
                <a:ea typeface="DejaVu Serif"/>
                <a:cs typeface="DejaVu Serif"/>
              </a:rPr>
              <a:t>75 / 100</a:t>
            </a:r>
          </a:p>
        </p:txBody>
      </p:sp>
      <p:sp>
        <p:nvSpPr>
          <p:cNvPr id="13" name="">
            <a:extLst xmlns:a="http://schemas.openxmlformats.org/drawingml/2006/main">
              <a:ext uri="{FF2B5EF4-FFF2-40B4-BE49-F238E27FC236}">
                <a16:creationId xmlns:a16="http://schemas.microsoft.com/office/drawing/2014/main" id="{A60343A9-CAA1-43B8-9915-8BC1BCC872EC}"/>
              </a:ext>
            </a:extLst>
          </p:cNvPr>
          <p:cNvSpPr>
            <a:spLocks xmlns:a="http://schemas.openxmlformats.org/drawingml/2006/main" noGrp="1"/>
          </p:cNvSpPr>
          <p:nvPr/>
        </p:nvSpPr>
        <p:spPr>
          <a:xfrm xmlns:a="http://schemas.openxmlformats.org/drawingml/2006/main">
            <a:off x="6381750" y="3829050"/>
            <a:ext cx="5143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192E41"/>
                </a:solidFill>
                <a:latin typeface="DejaVu Sans"/>
                <a:ea typeface="DejaVu Sans"/>
                <a:cs typeface="DejaVu Sans"/>
              </a:defRPr>
            </a:defPPr>
          </a:lstStyle>
          <a:p xmlns:a="http://schemas.openxmlformats.org/drawingml/2006/main">
            <a:pPr>
              <a:defRPr sz="1650" b="0">
                <a:solidFill>
                  <a:srgbClr val="192E41"/>
                </a:solidFill>
                <a:latin typeface="DejaVu Sans"/>
                <a:ea typeface="DejaVu Sans"/>
                <a:cs typeface="DejaVu Sans"/>
              </a:defRPr>
            </a:pPr>
            <a:r>
              <a:rPr sz="1650" b="0">
                <a:solidFill>
                  <a:srgbClr val="192E41"/>
                </a:solidFill>
                <a:latin typeface="DejaVu Sans"/>
                <a:ea typeface="DejaVu Sans"/>
                <a:cs typeface="DejaVu Sans"/>
              </a:rPr>
              <a:t>3 matched groups ÷ 4 groups × 100</a:t>
            </a:r>
          </a:p>
        </p:txBody>
      </p:sp>
      <p:sp>
        <p:nvSpPr>
          <p:cNvPr id="14" name="">
            <a:extLst xmlns:a="http://schemas.openxmlformats.org/drawingml/2006/main">
              <a:ext uri="{FF2B5EF4-FFF2-40B4-BE49-F238E27FC236}">
                <a16:creationId xmlns:a16="http://schemas.microsoft.com/office/drawing/2014/main" id="{0E970583-7576-486F-A44B-442AE52788A7}"/>
              </a:ext>
            </a:extLst>
          </p:cNvPr>
          <p:cNvSpPr>
            <a:spLocks xmlns:a="http://schemas.openxmlformats.org/drawingml/2006/main" noGrp="1"/>
          </p:cNvSpPr>
          <p:nvPr/>
        </p:nvSpPr>
        <p:spPr>
          <a:xfrm xmlns:a="http://schemas.openxmlformats.org/drawingml/2006/main">
            <a:off x="6381750" y="4371975"/>
            <a:ext cx="5143500" cy="114300"/>
          </a:xfrm>
          <a:prstGeom xmlns:a="http://schemas.openxmlformats.org/drawingml/2006/main" prst="rect">
            <a:avLst/>
          </a:prstGeom>
          <a:solidFill xmlns:a="http://schemas.openxmlformats.org/drawingml/2006/main">
            <a:srgbClr val="DCE5E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64A2014-E36E-4C58-A8FC-8F1C23780FE3}"/>
              </a:ext>
            </a:extLst>
          </p:cNvPr>
          <p:cNvSpPr>
            <a:spLocks xmlns:a="http://schemas.openxmlformats.org/drawingml/2006/main" noGrp="1"/>
          </p:cNvSpPr>
          <p:nvPr/>
        </p:nvSpPr>
        <p:spPr>
          <a:xfrm xmlns:a="http://schemas.openxmlformats.org/drawingml/2006/main">
            <a:off x="6381750" y="4371975"/>
            <a:ext cx="3857625" cy="114300"/>
          </a:xfrm>
          <a:prstGeom xmlns:a="http://schemas.openxmlformats.org/drawingml/2006/main" prst="rect">
            <a:avLst/>
          </a:prstGeom>
          <a:solidFill xmlns:a="http://schemas.openxmlformats.org/drawingml/2006/main">
            <a:srgbClr val="39785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1EEC3AB-82DA-49F7-896D-7A4481A53A21}"/>
              </a:ext>
            </a:extLst>
          </p:cNvPr>
          <p:cNvSpPr>
            <a:spLocks xmlns:a="http://schemas.openxmlformats.org/drawingml/2006/main" noGrp="1"/>
          </p:cNvSpPr>
          <p:nvPr/>
        </p:nvSpPr>
        <p:spPr>
          <a:xfrm xmlns:a="http://schemas.openxmlformats.org/drawingml/2006/main">
            <a:off x="6381750" y="4705350"/>
            <a:ext cx="5143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647583"/>
                </a:solidFill>
                <a:latin typeface="DejaVu Sans"/>
                <a:ea typeface="DejaVu Sans"/>
                <a:cs typeface="DejaVu Sans"/>
              </a:defRPr>
            </a:defPPr>
          </a:lstStyle>
          <a:p xmlns:a="http://schemas.openxmlformats.org/drawingml/2006/main">
            <a:pPr>
              <a:defRPr sz="1500" b="0">
                <a:solidFill>
                  <a:srgbClr val="647583"/>
                </a:solidFill>
                <a:latin typeface="DejaVu Sans"/>
                <a:ea typeface="DejaVu Sans"/>
                <a:cs typeface="DejaVu Sans"/>
              </a:defRPr>
            </a:pPr>
            <a:r>
              <a:rPr sz="1500" b="0">
                <a:solidFill>
                  <a:srgbClr val="647583"/>
                </a:solidFill>
                <a:latin typeface="DejaVu Sans"/>
                <a:ea typeface="DejaVu Sans"/>
                <a:cs typeface="DejaVu Sans"/>
              </a:rPr>
              <a:t>Review: JavaScript and interactivity</a:t>
            </a:r>
          </a:p>
        </p:txBody>
      </p:sp>
      <p:sp>
        <p:nvSpPr>
          <p:cNvPr id="17" name="">
            <a:extLst xmlns:a="http://schemas.openxmlformats.org/drawingml/2006/main">
              <a:ext uri="{FF2B5EF4-FFF2-40B4-BE49-F238E27FC236}">
                <a16:creationId xmlns:a16="http://schemas.microsoft.com/office/drawing/2014/main" id="{D52357CA-E93D-4C5E-AE86-638F3DF2838D}"/>
              </a:ext>
            </a:extLst>
          </p:cNvPr>
          <p:cNvSpPr>
            <a:spLocks xmlns:a="http://schemas.openxmlformats.org/drawingml/2006/main" noGrp="1"/>
          </p:cNvSpPr>
          <p:nvPr/>
        </p:nvSpPr>
        <p:spPr>
          <a:xfrm xmlns:a="http://schemas.openxmlformats.org/drawingml/2006/main">
            <a:off x="6381750" y="5238750"/>
            <a:ext cx="5238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647583"/>
                </a:solidFill>
                <a:latin typeface="DejaVu Sans"/>
                <a:ea typeface="DejaVu Sans"/>
                <a:cs typeface="DejaVu Sans"/>
              </a:defRPr>
            </a:defPPr>
          </a:lstStyle>
          <a:p xmlns:a="http://schemas.openxmlformats.org/drawingml/2006/main">
            <a:pPr>
              <a:defRPr sz="1350" b="0">
                <a:solidFill>
                  <a:srgbClr val="647583"/>
                </a:solidFill>
                <a:latin typeface="DejaVu Sans"/>
                <a:ea typeface="DejaVu Sans"/>
                <a:cs typeface="DejaVu Sans"/>
              </a:defRPr>
            </a:pPr>
            <a:r>
              <a:rPr sz="1350" b="0">
                <a:solidFill>
                  <a:srgbClr val="647583"/>
                </a:solidFill>
                <a:latin typeface="DejaVu Sans"/>
                <a:ea typeface="DejaVu Sans"/>
                <a:cs typeface="DejaVu Sans"/>
              </a:rPr>
              <a:t>Keyword presence does not prove correctness. This is an AI-style prototype, not a trained model or hiring assessment.</a:t>
            </a:r>
          </a:p>
        </p:txBody>
      </p:sp>
    </p:spTree>
    <p:extLst>
      <p:ext uri="{BB962C8B-B14F-4D97-AF65-F5344CB8AC3E}">
        <p14:creationId xmlns:p14="http://schemas.microsoft.com/office/powerpoint/2010/main" val="1804973037"/>
      </p:ext>
    </p:extLst>
  </p:cSld>
</p:sld>
</file>

<file path=ppt/slides/slide6.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8B84E31-BA43-4BD6-9946-33FB0880E8CE}"/>
              </a:ext>
            </a:extLst>
          </p:cNvPr>
          <p:cNvSpPr>
            <a:spLocks xmlns:a="http://schemas.openxmlformats.org/drawingml/2006/main" noGrp="1"/>
          </p:cNvSpPr>
          <p:nvPr/>
        </p:nvSpPr>
        <p:spPr>
          <a:xfrm xmlns:a="http://schemas.openxmlformats.org/drawingml/2006/main">
            <a:off x="419100" y="276225"/>
            <a:ext cx="352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192E41"/>
                </a:solidFill>
                <a:latin typeface="DejaVu Sans"/>
                <a:ea typeface="DejaVu Sans"/>
                <a:cs typeface="DejaVu Sans"/>
              </a:defRPr>
            </a:defPPr>
          </a:lstStyle>
          <a:p xmlns:a="http://schemas.openxmlformats.org/drawingml/2006/main">
            <a:pPr>
              <a:defRPr sz="1050" b="1">
                <a:solidFill>
                  <a:srgbClr val="192E41"/>
                </a:solidFill>
                <a:latin typeface="DejaVu Sans"/>
                <a:ea typeface="DejaVu Sans"/>
                <a:cs typeface="DejaVu Sans"/>
              </a:defRPr>
            </a:pPr>
            <a:r>
              <a:rPr sz="1050" b="1">
                <a:solidFill>
                  <a:srgbClr val="192E41"/>
                </a:solidFill>
                <a:latin typeface="DejaVu Sans"/>
                <a:ea typeface="DejaVu Sans"/>
                <a:cs typeface="DejaVu Sans"/>
              </a:rPr>
              <a:t>K  /  KALMAN SYSTEMS</a:t>
            </a:r>
          </a:p>
        </p:txBody>
      </p:sp>
      <p:sp>
        <p:nvSpPr>
          <p:cNvPr id="2" name="">
            <a:extLst xmlns:a="http://schemas.openxmlformats.org/drawingml/2006/main">
              <a:ext uri="{FF2B5EF4-FFF2-40B4-BE49-F238E27FC236}">
                <a16:creationId xmlns:a16="http://schemas.microsoft.com/office/drawing/2014/main" id="{6A700FF2-1B64-4FF2-A108-A9B79F783F3B}"/>
              </a:ext>
            </a:extLst>
          </p:cNvPr>
          <p:cNvSpPr>
            <a:spLocks xmlns:a="http://schemas.openxmlformats.org/drawingml/2006/main" noGrp="1"/>
          </p:cNvSpPr>
          <p:nvPr/>
        </p:nvSpPr>
        <p:spPr>
          <a:xfrm xmlns:a="http://schemas.openxmlformats.org/drawingml/2006/main">
            <a:off x="7810500" y="314325"/>
            <a:ext cx="3962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647583"/>
                </a:solidFill>
                <a:latin typeface="DejaVu Sans"/>
                <a:ea typeface="DejaVu Sans"/>
                <a:cs typeface="DejaVu Sans"/>
              </a:defRPr>
            </a:defPPr>
          </a:lstStyle>
          <a:p xmlns:a="http://schemas.openxmlformats.org/drawingml/2006/main">
            <a:pPr>
              <a:defRPr sz="900" b="0">
                <a:solidFill>
                  <a:srgbClr val="647583"/>
                </a:solidFill>
                <a:latin typeface="DejaVu Sans"/>
                <a:ea typeface="DejaVu Sans"/>
                <a:cs typeface="DejaVu Sans"/>
              </a:defRPr>
            </a:pPr>
            <a:r>
              <a:rPr sz="900" b="0">
                <a:solidFill>
                  <a:srgbClr val="647583"/>
                </a:solidFill>
                <a:latin typeface="DejaVu Sans"/>
                <a:ea typeface="DejaVu Sans"/>
                <a:cs typeface="DejaVu Sans"/>
              </a:rPr>
              <a:t>WEB TECHNOLOGIES / PBL</a:t>
            </a:r>
          </a:p>
        </p:txBody>
      </p:sp>
      <p:sp>
        <p:nvSpPr>
          <p:cNvPr id="3" name="">
            <a:extLst xmlns:a="http://schemas.openxmlformats.org/drawingml/2006/main">
              <a:ext uri="{FF2B5EF4-FFF2-40B4-BE49-F238E27FC236}">
                <a16:creationId xmlns:a16="http://schemas.microsoft.com/office/drawing/2014/main" id="{02AFA708-6324-43F2-A948-9983337752E5}"/>
              </a:ext>
            </a:extLst>
          </p:cNvPr>
          <p:cNvSpPr>
            <a:spLocks xmlns:a="http://schemas.openxmlformats.org/drawingml/2006/main" noGrp="1"/>
          </p:cNvSpPr>
          <p:nvPr/>
        </p:nvSpPr>
        <p:spPr>
          <a:xfrm xmlns:a="http://schemas.openxmlformats.org/drawingml/2006/main">
            <a:off x="419100" y="64008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647583"/>
                </a:solidFill>
                <a:latin typeface="DejaVu Sans"/>
                <a:ea typeface="DejaVu Sans"/>
                <a:cs typeface="DejaVu Sans"/>
              </a:defRPr>
            </a:defPPr>
          </a:lstStyle>
          <a:p xmlns:a="http://schemas.openxmlformats.org/drawingml/2006/main">
            <a:pPr>
              <a:defRPr sz="900" b="0">
                <a:solidFill>
                  <a:srgbClr val="647583"/>
                </a:solidFill>
                <a:latin typeface="DejaVu Sans"/>
                <a:ea typeface="DejaVu Sans"/>
                <a:cs typeface="DejaVu Sans"/>
              </a:defRPr>
            </a:pPr>
            <a:r>
              <a:rPr sz="900" b="0">
                <a:solidFill>
                  <a:srgbClr val="647583"/>
                </a:solidFill>
                <a:latin typeface="DejaVu Sans"/>
                <a:ea typeface="DejaVu Sans"/>
                <a:cs typeface="DejaVu Sans"/>
              </a:rPr>
              <a:t>06 / 06</a:t>
            </a:r>
          </a:p>
        </p:txBody>
      </p:sp>
      <p:sp>
        <p:nvSpPr>
          <p:cNvPr id="4" name="">
            <a:extLst xmlns:a="http://schemas.openxmlformats.org/drawingml/2006/main">
              <a:ext uri="{FF2B5EF4-FFF2-40B4-BE49-F238E27FC236}">
                <a16:creationId xmlns:a16="http://schemas.microsoft.com/office/drawing/2014/main" id="{9105825A-D230-482D-BAF6-6444FAB6B7AC}"/>
              </a:ext>
            </a:extLst>
          </p:cNvPr>
          <p:cNvSpPr>
            <a:spLocks xmlns:a="http://schemas.openxmlformats.org/drawingml/2006/main" noGrp="1"/>
          </p:cNvSpPr>
          <p:nvPr/>
        </p:nvSpPr>
        <p:spPr>
          <a:xfrm xmlns:a="http://schemas.openxmlformats.org/drawingml/2006/main">
            <a:off x="0" y="6829425"/>
            <a:ext cx="12192000" cy="28575"/>
          </a:xfrm>
          <a:prstGeom xmlns:a="http://schemas.openxmlformats.org/drawingml/2006/main" prst="rect">
            <a:avLst/>
          </a:prstGeom>
          <a:solidFill xmlns:a="http://schemas.openxmlformats.org/drawingml/2006/main">
            <a:srgbClr val="2566B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331BBF2-5779-4630-B156-9748AB6AAED4}"/>
              </a:ext>
            </a:extLst>
          </p:cNvPr>
          <p:cNvSpPr>
            <a:spLocks xmlns:a="http://schemas.openxmlformats.org/drawingml/2006/main" noGrp="1"/>
          </p:cNvSpPr>
          <p:nvPr/>
        </p:nvSpPr>
        <p:spPr>
          <a:xfrm xmlns:a="http://schemas.openxmlformats.org/drawingml/2006/main">
            <a:off x="476250" y="933450"/>
            <a:ext cx="1104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2566B0"/>
                </a:solidFill>
                <a:latin typeface="DejaVu Sans"/>
                <a:ea typeface="DejaVu Sans"/>
                <a:cs typeface="DejaVu Sans"/>
              </a:defRPr>
            </a:defPPr>
          </a:lstStyle>
          <a:p xmlns:a="http://schemas.openxmlformats.org/drawingml/2006/main">
            <a:pPr>
              <a:defRPr sz="900" b="1">
                <a:solidFill>
                  <a:srgbClr val="2566B0"/>
                </a:solidFill>
                <a:latin typeface="DejaVu Sans"/>
                <a:ea typeface="DejaVu Sans"/>
                <a:cs typeface="DejaVu Sans"/>
              </a:defRPr>
            </a:pPr>
            <a:r>
              <a:rPr sz="900" b="1">
                <a:solidFill>
                  <a:srgbClr val="2566B0"/>
                </a:solidFill>
                <a:latin typeface="DejaVu Sans"/>
                <a:ea typeface="DejaVu Sans"/>
                <a:cs typeface="DejaVu Sans"/>
              </a:rPr>
              <a:t>05 / IMPLEMENTATION, VALIDATION &amp; SCOPE</a:t>
            </a:r>
          </a:p>
        </p:txBody>
      </p:sp>
      <p:sp>
        <p:nvSpPr>
          <p:cNvPr id="6" name="">
            <a:extLst xmlns:a="http://schemas.openxmlformats.org/drawingml/2006/main">
              <a:ext uri="{FF2B5EF4-FFF2-40B4-BE49-F238E27FC236}">
                <a16:creationId xmlns:a16="http://schemas.microsoft.com/office/drawing/2014/main" id="{2ECB78CA-27EA-4D82-8CB4-26BA54145699}"/>
              </a:ext>
            </a:extLst>
          </p:cNvPr>
          <p:cNvSpPr>
            <a:spLocks xmlns:a="http://schemas.openxmlformats.org/drawingml/2006/main" noGrp="1"/>
          </p:cNvSpPr>
          <p:nvPr/>
        </p:nvSpPr>
        <p:spPr>
          <a:xfrm xmlns:a="http://schemas.openxmlformats.org/drawingml/2006/main">
            <a:off x="476250" y="1257300"/>
            <a:ext cx="11144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0">
                <a:solidFill>
                  <a:srgbClr val="192E41"/>
                </a:solidFill>
                <a:latin typeface="DejaVu Serif"/>
                <a:ea typeface="DejaVu Serif"/>
                <a:cs typeface="DejaVu Serif"/>
              </a:defRPr>
            </a:defPPr>
          </a:lstStyle>
          <a:p xmlns:a="http://schemas.openxmlformats.org/drawingml/2006/main">
            <a:pPr>
              <a:defRPr sz="2700" b="0">
                <a:solidFill>
                  <a:srgbClr val="192E41"/>
                </a:solidFill>
                <a:latin typeface="DejaVu Serif"/>
                <a:ea typeface="DejaVu Serif"/>
                <a:cs typeface="DejaVu Serif"/>
              </a:defRPr>
            </a:pPr>
            <a:r>
              <a:rPr sz="2700" b="0">
                <a:solidFill>
                  <a:srgbClr val="192E41"/>
                </a:solidFill>
                <a:latin typeface="DejaVu Serif"/>
                <a:ea typeface="DejaVu Serif"/>
                <a:cs typeface="DejaVu Serif"/>
              </a:rPr>
              <a:t>A working prototype, ready for a live demo</a:t>
            </a:r>
          </a:p>
        </p:txBody>
      </p:sp>
      <p:sp>
        <p:nvSpPr>
          <p:cNvPr id="7" name="">
            <a:extLst xmlns:a="http://schemas.openxmlformats.org/drawingml/2006/main">
              <a:ext uri="{FF2B5EF4-FFF2-40B4-BE49-F238E27FC236}">
                <a16:creationId xmlns:a16="http://schemas.microsoft.com/office/drawing/2014/main" id="{0EA647D2-F3FC-47D8-AD69-EB3F6D29F10A}"/>
              </a:ext>
            </a:extLst>
          </p:cNvPr>
          <p:cNvSpPr>
            <a:spLocks xmlns:a="http://schemas.openxmlformats.org/drawingml/2006/main" noGrp="1"/>
          </p:cNvSpPr>
          <p:nvPr/>
        </p:nvSpPr>
        <p:spPr>
          <a:xfrm xmlns:a="http://schemas.openxmlformats.org/drawingml/2006/main">
            <a:off x="476250" y="2028825"/>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647583"/>
                </a:solidFill>
                <a:latin typeface="DejaVu Sans"/>
                <a:ea typeface="DejaVu Sans"/>
                <a:cs typeface="DejaVu Sans"/>
              </a:defRPr>
            </a:defPPr>
          </a:lstStyle>
          <a:p xmlns:a="http://schemas.openxmlformats.org/drawingml/2006/main">
            <a:pPr>
              <a:defRPr sz="1500" b="0">
                <a:solidFill>
                  <a:srgbClr val="647583"/>
                </a:solidFill>
                <a:latin typeface="DejaVu Sans"/>
                <a:ea typeface="DejaVu Sans"/>
                <a:cs typeface="DejaVu Sans"/>
              </a:defRPr>
            </a:pPr>
            <a:r>
              <a:rPr sz="1500" b="0">
                <a:solidFill>
                  <a:srgbClr val="647583"/>
                </a:solidFill>
                <a:latin typeface="DejaVu Sans"/>
                <a:ea typeface="DejaVu Sans"/>
                <a:cs typeface="DejaVu Sans"/>
              </a:rPr>
              <a:t>Start with Web development, answer three questions, then open the saved report.</a:t>
            </a:r>
          </a:p>
        </p:txBody>
      </p:sp>
      <p:sp>
        <p:nvSpPr>
          <p:cNvPr id="8" name="">
            <a:extLst xmlns:a="http://schemas.openxmlformats.org/drawingml/2006/main">
              <a:ext uri="{FF2B5EF4-FFF2-40B4-BE49-F238E27FC236}">
                <a16:creationId xmlns:a16="http://schemas.microsoft.com/office/drawing/2014/main" id="{5EA1D438-55A9-4C3E-9835-2C78CA3F9961}"/>
              </a:ext>
            </a:extLst>
          </p:cNvPr>
          <p:cNvSpPr>
            <a:spLocks xmlns:a="http://schemas.openxmlformats.org/drawingml/2006/main" noGrp="1"/>
          </p:cNvSpPr>
          <p:nvPr/>
        </p:nvSpPr>
        <p:spPr>
          <a:xfrm xmlns:a="http://schemas.openxmlformats.org/drawingml/2006/main">
            <a:off x="476250" y="2800350"/>
            <a:ext cx="1714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75" b="0">
                <a:solidFill>
                  <a:srgbClr val="192E41"/>
                </a:solidFill>
                <a:latin typeface="DejaVu Serif"/>
                <a:ea typeface="DejaVu Serif"/>
                <a:cs typeface="DejaVu Serif"/>
              </a:defRPr>
            </a:defPPr>
          </a:lstStyle>
          <a:p xmlns:a="http://schemas.openxmlformats.org/drawingml/2006/main">
            <a:pPr>
              <a:defRPr sz="3675" b="0">
                <a:solidFill>
                  <a:srgbClr val="192E41"/>
                </a:solidFill>
                <a:latin typeface="DejaVu Serif"/>
                <a:ea typeface="DejaVu Serif"/>
                <a:cs typeface="DejaVu Serif"/>
              </a:defRPr>
            </a:pPr>
            <a:r>
              <a:rPr sz="3675" b="0">
                <a:solidFill>
                  <a:srgbClr val="192E41"/>
                </a:solidFill>
                <a:latin typeface="DejaVu Serif"/>
                <a:ea typeface="DejaVu Serif"/>
                <a:cs typeface="DejaVu Serif"/>
              </a:rPr>
              <a:t>3</a:t>
            </a:r>
          </a:p>
        </p:txBody>
      </p:sp>
      <p:sp>
        <p:nvSpPr>
          <p:cNvPr id="9" name="">
            <a:extLst xmlns:a="http://schemas.openxmlformats.org/drawingml/2006/main">
              <a:ext uri="{FF2B5EF4-FFF2-40B4-BE49-F238E27FC236}">
                <a16:creationId xmlns:a16="http://schemas.microsoft.com/office/drawing/2014/main" id="{F48A81BB-4F0C-41B1-BAA8-9338E5C61C2E}"/>
              </a:ext>
            </a:extLst>
          </p:cNvPr>
          <p:cNvSpPr>
            <a:spLocks xmlns:a="http://schemas.openxmlformats.org/drawingml/2006/main" noGrp="1"/>
          </p:cNvSpPr>
          <p:nvPr/>
        </p:nvSpPr>
        <p:spPr>
          <a:xfrm xmlns:a="http://schemas.openxmlformats.org/drawingml/2006/main">
            <a:off x="476250" y="3495675"/>
            <a:ext cx="17811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647583"/>
                </a:solidFill>
                <a:latin typeface="DejaVu Sans"/>
                <a:ea typeface="DejaVu Sans"/>
                <a:cs typeface="DejaVu Sans"/>
              </a:defRPr>
            </a:defPPr>
          </a:lstStyle>
          <a:p xmlns:a="http://schemas.openxmlformats.org/drawingml/2006/main">
            <a:pPr>
              <a:defRPr sz="1200" b="0">
                <a:solidFill>
                  <a:srgbClr val="647583"/>
                </a:solidFill>
                <a:latin typeface="DejaVu Sans"/>
                <a:ea typeface="DejaVu Sans"/>
                <a:cs typeface="DejaVu Sans"/>
              </a:defRPr>
            </a:pPr>
            <a:r>
              <a:rPr sz="1200" b="0">
                <a:solidFill>
                  <a:srgbClr val="647583"/>
                </a:solidFill>
                <a:latin typeface="DejaVu Sans"/>
                <a:ea typeface="DejaVu Sans"/>
                <a:cs typeface="DejaVu Sans"/>
              </a:rPr>
              <a:t>practice tracks</a:t>
            </a:r>
          </a:p>
        </p:txBody>
      </p:sp>
      <p:sp>
        <p:nvSpPr>
          <p:cNvPr id="10" name="">
            <a:extLst xmlns:a="http://schemas.openxmlformats.org/drawingml/2006/main">
              <a:ext uri="{FF2B5EF4-FFF2-40B4-BE49-F238E27FC236}">
                <a16:creationId xmlns:a16="http://schemas.microsoft.com/office/drawing/2014/main" id="{D70FE210-3E7B-4664-9F5F-12A703B32994}"/>
              </a:ext>
            </a:extLst>
          </p:cNvPr>
          <p:cNvSpPr>
            <a:spLocks xmlns:a="http://schemas.openxmlformats.org/drawingml/2006/main" noGrp="1"/>
          </p:cNvSpPr>
          <p:nvPr/>
        </p:nvSpPr>
        <p:spPr>
          <a:xfrm xmlns:a="http://schemas.openxmlformats.org/drawingml/2006/main">
            <a:off x="2314575" y="2800350"/>
            <a:ext cx="1714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75" b="0">
                <a:solidFill>
                  <a:srgbClr val="192E41"/>
                </a:solidFill>
                <a:latin typeface="DejaVu Serif"/>
                <a:ea typeface="DejaVu Serif"/>
                <a:cs typeface="DejaVu Serif"/>
              </a:defRPr>
            </a:defPPr>
          </a:lstStyle>
          <a:p xmlns:a="http://schemas.openxmlformats.org/drawingml/2006/main">
            <a:pPr>
              <a:defRPr sz="3675" b="0">
                <a:solidFill>
                  <a:srgbClr val="192E41"/>
                </a:solidFill>
                <a:latin typeface="DejaVu Serif"/>
                <a:ea typeface="DejaVu Serif"/>
                <a:cs typeface="DejaVu Serif"/>
              </a:defRPr>
            </a:pPr>
            <a:r>
              <a:rPr sz="3675" b="0">
                <a:solidFill>
                  <a:srgbClr val="192E41"/>
                </a:solidFill>
                <a:latin typeface="DejaVu Serif"/>
                <a:ea typeface="DejaVu Serif"/>
                <a:cs typeface="DejaVu Serif"/>
              </a:rPr>
              <a:t>18</a:t>
            </a:r>
          </a:p>
        </p:txBody>
      </p:sp>
      <p:sp>
        <p:nvSpPr>
          <p:cNvPr id="11" name="">
            <a:extLst xmlns:a="http://schemas.openxmlformats.org/drawingml/2006/main">
              <a:ext uri="{FF2B5EF4-FFF2-40B4-BE49-F238E27FC236}">
                <a16:creationId xmlns:a16="http://schemas.microsoft.com/office/drawing/2014/main" id="{4E1179F8-D571-4A95-B1DD-4D4EA449DF83}"/>
              </a:ext>
            </a:extLst>
          </p:cNvPr>
          <p:cNvSpPr>
            <a:spLocks xmlns:a="http://schemas.openxmlformats.org/drawingml/2006/main" noGrp="1"/>
          </p:cNvSpPr>
          <p:nvPr/>
        </p:nvSpPr>
        <p:spPr>
          <a:xfrm xmlns:a="http://schemas.openxmlformats.org/drawingml/2006/main">
            <a:off x="2314575" y="3495675"/>
            <a:ext cx="17811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647583"/>
                </a:solidFill>
                <a:latin typeface="DejaVu Sans"/>
                <a:ea typeface="DejaVu Sans"/>
                <a:cs typeface="DejaVu Sans"/>
              </a:defRPr>
            </a:defPPr>
          </a:lstStyle>
          <a:p xmlns:a="http://schemas.openxmlformats.org/drawingml/2006/main">
            <a:pPr>
              <a:defRPr sz="1200" b="0">
                <a:solidFill>
                  <a:srgbClr val="647583"/>
                </a:solidFill>
                <a:latin typeface="DejaVu Sans"/>
                <a:ea typeface="DejaVu Sans"/>
                <a:cs typeface="DejaVu Sans"/>
              </a:defRPr>
            </a:pPr>
            <a:r>
              <a:rPr sz="1200" b="0">
                <a:solidFill>
                  <a:srgbClr val="647583"/>
                </a:solidFill>
                <a:latin typeface="DejaVu Sans"/>
                <a:ea typeface="DejaVu Sans"/>
                <a:cs typeface="DejaVu Sans"/>
              </a:rPr>
              <a:t>curated questions</a:t>
            </a:r>
          </a:p>
        </p:txBody>
      </p:sp>
      <p:sp>
        <p:nvSpPr>
          <p:cNvPr id="12" name="">
            <a:extLst xmlns:a="http://schemas.openxmlformats.org/drawingml/2006/main">
              <a:ext uri="{FF2B5EF4-FFF2-40B4-BE49-F238E27FC236}">
                <a16:creationId xmlns:a16="http://schemas.microsoft.com/office/drawing/2014/main" id="{9D26466E-E806-4028-84EE-E7BD8302C6B9}"/>
              </a:ext>
            </a:extLst>
          </p:cNvPr>
          <p:cNvSpPr>
            <a:spLocks xmlns:a="http://schemas.openxmlformats.org/drawingml/2006/main" noGrp="1"/>
          </p:cNvSpPr>
          <p:nvPr/>
        </p:nvSpPr>
        <p:spPr>
          <a:xfrm xmlns:a="http://schemas.openxmlformats.org/drawingml/2006/main">
            <a:off x="4152900" y="2800350"/>
            <a:ext cx="1714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75" b="0">
                <a:solidFill>
                  <a:srgbClr val="192E41"/>
                </a:solidFill>
                <a:latin typeface="DejaVu Serif"/>
                <a:ea typeface="DejaVu Serif"/>
                <a:cs typeface="DejaVu Serif"/>
              </a:defRPr>
            </a:defPPr>
          </a:lstStyle>
          <a:p xmlns:a="http://schemas.openxmlformats.org/drawingml/2006/main">
            <a:pPr>
              <a:defRPr sz="3675" b="0">
                <a:solidFill>
                  <a:srgbClr val="192E41"/>
                </a:solidFill>
                <a:latin typeface="DejaVu Serif"/>
                <a:ea typeface="DejaVu Serif"/>
                <a:cs typeface="DejaVu Serif"/>
              </a:defRPr>
            </a:pPr>
            <a:r>
              <a:rPr sz="3675" b="0">
                <a:solidFill>
                  <a:srgbClr val="192E41"/>
                </a:solidFill>
                <a:latin typeface="DejaVu Serif"/>
                <a:ea typeface="DejaVu Serif"/>
                <a:cs typeface="DejaVu Serif"/>
              </a:rPr>
              <a:t>4</a:t>
            </a:r>
          </a:p>
        </p:txBody>
      </p:sp>
      <p:sp>
        <p:nvSpPr>
          <p:cNvPr id="13" name="">
            <a:extLst xmlns:a="http://schemas.openxmlformats.org/drawingml/2006/main">
              <a:ext uri="{FF2B5EF4-FFF2-40B4-BE49-F238E27FC236}">
                <a16:creationId xmlns:a16="http://schemas.microsoft.com/office/drawing/2014/main" id="{2A2430FB-DB27-4E5F-BB74-B6C9950FF6B6}"/>
              </a:ext>
            </a:extLst>
          </p:cNvPr>
          <p:cNvSpPr>
            <a:spLocks xmlns:a="http://schemas.openxmlformats.org/drawingml/2006/main" noGrp="1"/>
          </p:cNvSpPr>
          <p:nvPr/>
        </p:nvSpPr>
        <p:spPr>
          <a:xfrm xmlns:a="http://schemas.openxmlformats.org/drawingml/2006/main">
            <a:off x="4152900" y="3495675"/>
            <a:ext cx="17811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647583"/>
                </a:solidFill>
                <a:latin typeface="DejaVu Sans"/>
                <a:ea typeface="DejaVu Sans"/>
                <a:cs typeface="DejaVu Sans"/>
              </a:defRPr>
            </a:defPPr>
          </a:lstStyle>
          <a:p xmlns:a="http://schemas.openxmlformats.org/drawingml/2006/main">
            <a:pPr>
              <a:defRPr sz="1200" b="0">
                <a:solidFill>
                  <a:srgbClr val="647583"/>
                </a:solidFill>
                <a:latin typeface="DejaVu Sans"/>
                <a:ea typeface="DejaVu Sans"/>
                <a:cs typeface="DejaVu Sans"/>
              </a:defRPr>
            </a:pPr>
            <a:r>
              <a:rPr sz="1200" b="0">
                <a:solidFill>
                  <a:srgbClr val="647583"/>
                </a:solidFill>
                <a:latin typeface="DejaVu Sans"/>
                <a:ea typeface="DejaVu Sans"/>
                <a:cs typeface="DejaVu Sans"/>
              </a:rPr>
              <a:t>tests passed</a:t>
            </a:r>
          </a:p>
        </p:txBody>
      </p:sp>
      <p:sp>
        <p:nvSpPr>
          <p:cNvPr id="14" name="">
            <a:extLst xmlns:a="http://schemas.openxmlformats.org/drawingml/2006/main">
              <a:ext uri="{FF2B5EF4-FFF2-40B4-BE49-F238E27FC236}">
                <a16:creationId xmlns:a16="http://schemas.microsoft.com/office/drawing/2014/main" id="{1D6392D7-9B00-4DA1-AB1A-D8F7F3491067}"/>
              </a:ext>
            </a:extLst>
          </p:cNvPr>
          <p:cNvSpPr>
            <a:spLocks xmlns:a="http://schemas.openxmlformats.org/drawingml/2006/main" noGrp="1"/>
          </p:cNvSpPr>
          <p:nvPr/>
        </p:nvSpPr>
        <p:spPr>
          <a:xfrm xmlns:a="http://schemas.openxmlformats.org/drawingml/2006/main">
            <a:off x="476250" y="4057650"/>
            <a:ext cx="5334000" cy="1466850"/>
          </a:xfrm>
          <a:prstGeom xmlns:a="http://schemas.openxmlformats.org/drawingml/2006/main" prst="rect">
            <a:avLst/>
          </a:prstGeom>
          <a:solidFill xmlns:a="http://schemas.openxmlformats.org/drawingml/2006/main">
            <a:srgbClr val="192E4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28AD485-F793-4D91-9167-B50669E8827F}"/>
              </a:ext>
            </a:extLst>
          </p:cNvPr>
          <p:cNvSpPr>
            <a:spLocks xmlns:a="http://schemas.openxmlformats.org/drawingml/2006/main" noGrp="1"/>
          </p:cNvSpPr>
          <p:nvPr/>
        </p:nvSpPr>
        <p:spPr>
          <a:xfrm xmlns:a="http://schemas.openxmlformats.org/drawingml/2006/main">
            <a:off x="704850" y="4238625"/>
            <a:ext cx="4953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E8EFF5"/>
                </a:solidFill>
                <a:latin typeface="DejaVu Sans"/>
                <a:ea typeface="DejaVu Sans"/>
                <a:cs typeface="DejaVu Sans"/>
              </a:defRPr>
            </a:defPPr>
          </a:lstStyle>
          <a:p xmlns:a="http://schemas.openxmlformats.org/drawingml/2006/main">
            <a:pPr>
              <a:defRPr sz="1725" b="0">
                <a:solidFill>
                  <a:srgbClr val="E8EFF5"/>
                </a:solidFill>
                <a:latin typeface="DejaVu Sans"/>
                <a:ea typeface="DejaVu Sans"/>
                <a:cs typeface="DejaVu Sans"/>
              </a:defRPr>
            </a:pPr>
            <a:r>
              <a:rPr sz="1725" b="0">
                <a:solidFill>
                  <a:srgbClr val="E8EFF5"/>
                </a:solidFill>
                <a:latin typeface="DejaVu Sans"/>
                <a:ea typeface="DejaVu Sans"/>
                <a:cs typeface="DejaVu Sans"/>
              </a:rPr>
              <a:t>npm install</a:t>
            </a:r>
          </a:p>
          <a:p xmlns:a="http://schemas.openxmlformats.org/drawingml/2006/main">
            <a:pPr>
              <a:defRPr sz="1725" b="0">
                <a:solidFill>
                  <a:srgbClr val="E8EFF5"/>
                </a:solidFill>
                <a:latin typeface="DejaVu Sans"/>
                <a:ea typeface="DejaVu Sans"/>
                <a:cs typeface="DejaVu Sans"/>
              </a:defRPr>
            </a:pPr>
            <a:r>
              <a:rPr sz="1725" b="0">
                <a:solidFill>
                  <a:srgbClr val="E8EFF5"/>
                </a:solidFill>
                <a:latin typeface="DejaVu Sans"/>
                <a:ea typeface="DejaVu Sans"/>
                <a:cs typeface="DejaVu Sans"/>
              </a:rPr>
              <a:t>npm start</a:t>
            </a:r>
          </a:p>
          <a:p xmlns:a="http://schemas.openxmlformats.org/drawingml/2006/main">
            <a:pPr>
              <a:defRPr sz="1725" b="0">
                <a:solidFill>
                  <a:srgbClr val="E8EFF5"/>
                </a:solidFill>
                <a:latin typeface="DejaVu Sans"/>
                <a:ea typeface="DejaVu Sans"/>
                <a:cs typeface="DejaVu Sans"/>
              </a:defRPr>
            </a:pPr>
            <a:r>
              <a:rPr sz="1725" b="0">
                <a:solidFill>
                  <a:srgbClr val="E8EFF5"/>
                </a:solidFill>
                <a:latin typeface="DejaVu Sans"/>
                <a:ea typeface="DejaVu Sans"/>
                <a:cs typeface="DejaVu Sans"/>
              </a:rPr>
              <a:t>http://localhost:3000</a:t>
            </a:r>
          </a:p>
        </p:txBody>
      </p:sp>
      <p:sp>
        <p:nvSpPr>
          <p:cNvPr id="16" name="">
            <a:extLst xmlns:a="http://schemas.openxmlformats.org/drawingml/2006/main">
              <a:ext uri="{FF2B5EF4-FFF2-40B4-BE49-F238E27FC236}">
                <a16:creationId xmlns:a16="http://schemas.microsoft.com/office/drawing/2014/main" id="{81AD72BA-FE6F-4E66-ACE9-A499FBCECF30}"/>
              </a:ext>
            </a:extLst>
          </p:cNvPr>
          <p:cNvSpPr>
            <a:spLocks xmlns:a="http://schemas.openxmlformats.org/drawingml/2006/main" noGrp="1"/>
          </p:cNvSpPr>
          <p:nvPr/>
        </p:nvSpPr>
        <p:spPr>
          <a:xfrm xmlns:a="http://schemas.openxmlformats.org/drawingml/2006/main">
            <a:off x="476250" y="5724525"/>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647583"/>
                </a:solidFill>
                <a:latin typeface="DejaVu Sans"/>
                <a:ea typeface="DejaVu Sans"/>
                <a:cs typeface="DejaVu Sans"/>
              </a:defRPr>
            </a:defPPr>
          </a:lstStyle>
          <a:p xmlns:a="http://schemas.openxmlformats.org/drawingml/2006/main">
            <a:pPr>
              <a:defRPr sz="1275" b="0">
                <a:solidFill>
                  <a:srgbClr val="647583"/>
                </a:solidFill>
                <a:latin typeface="DejaVu Sans"/>
                <a:ea typeface="DejaVu Sans"/>
                <a:cs typeface="DejaVu Sans"/>
              </a:defRPr>
            </a:pPr>
            <a:r>
              <a:rPr sz="1275" b="0">
                <a:solidFill>
                  <a:srgbClr val="647583"/>
                </a:solidFill>
                <a:latin typeface="DejaVu Sans"/>
                <a:ea typeface="DejaVu Sans"/>
                <a:cs typeface="DejaVu Sans"/>
              </a:rPr>
              <a:t>Run in the folder containing package.json.</a:t>
            </a:r>
          </a:p>
        </p:txBody>
      </p:sp>
      <p:sp>
        <p:nvSpPr>
          <p:cNvPr id="17" name="">
            <a:extLst xmlns:a="http://schemas.openxmlformats.org/drawingml/2006/main">
              <a:ext uri="{FF2B5EF4-FFF2-40B4-BE49-F238E27FC236}">
                <a16:creationId xmlns:a16="http://schemas.microsoft.com/office/drawing/2014/main" id="{DDA237A4-689D-48CC-A9F7-3CECBE784868}"/>
              </a:ext>
            </a:extLst>
          </p:cNvPr>
          <p:cNvSpPr>
            <a:spLocks xmlns:a="http://schemas.openxmlformats.org/drawingml/2006/main" noGrp="1"/>
          </p:cNvSpPr>
          <p:nvPr/>
        </p:nvSpPr>
        <p:spPr>
          <a:xfrm xmlns:a="http://schemas.openxmlformats.org/drawingml/2006/main">
            <a:off x="6286500" y="2752725"/>
            <a:ext cx="5429250" cy="3371850"/>
          </a:xfrm>
          <a:prstGeom xmlns:a="http://schemas.openxmlformats.org/drawingml/2006/main" prst="rect">
            <a:avLst/>
          </a:prstGeom>
          <a:solidFill xmlns:a="http://schemas.openxmlformats.org/drawingml/2006/main">
            <a:srgbClr val="FFFFFF"/>
          </a:solidFill>
          <a:ln xmlns:a="http://schemas.openxmlformats.org/drawingml/2006/main" w="9525">
            <a:solidFill>
              <a:srgbClr val="D8DFE4"/>
            </a:solidFill>
            <a:prstDash val="solid"/>
          </a:ln>
        </p:spPr>
      </p:sp>
      <p:sp>
        <p:nvSpPr>
          <p:cNvPr id="18" name="">
            <a:extLst xmlns:a="http://schemas.openxmlformats.org/drawingml/2006/main">
              <a:ext uri="{FF2B5EF4-FFF2-40B4-BE49-F238E27FC236}">
                <a16:creationId xmlns:a16="http://schemas.microsoft.com/office/drawing/2014/main" id="{C2E507FD-52A4-45FC-B3DB-0CAECD34FD05}"/>
              </a:ext>
            </a:extLst>
          </p:cNvPr>
          <p:cNvSpPr>
            <a:spLocks xmlns:a="http://schemas.openxmlformats.org/drawingml/2006/main" noGrp="1"/>
          </p:cNvSpPr>
          <p:nvPr/>
        </p:nvSpPr>
        <p:spPr>
          <a:xfrm xmlns:a="http://schemas.openxmlformats.org/drawingml/2006/main">
            <a:off x="6543675" y="3000375"/>
            <a:ext cx="490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92E41"/>
                </a:solidFill>
                <a:latin typeface="DejaVu Sans"/>
                <a:ea typeface="DejaVu Sans"/>
                <a:cs typeface="DejaVu Sans"/>
              </a:defRPr>
            </a:defPPr>
          </a:lstStyle>
          <a:p xmlns:a="http://schemas.openxmlformats.org/drawingml/2006/main">
            <a:pPr>
              <a:defRPr sz="1725" b="1">
                <a:solidFill>
                  <a:srgbClr val="192E41"/>
                </a:solidFill>
                <a:latin typeface="DejaVu Sans"/>
                <a:ea typeface="DejaVu Sans"/>
                <a:cs typeface="DejaVu Sans"/>
              </a:defRPr>
            </a:pPr>
            <a:r>
              <a:rPr sz="1725" b="1">
                <a:solidFill>
                  <a:srgbClr val="192E41"/>
                </a:solidFill>
                <a:latin typeface="DejaVu Sans"/>
                <a:ea typeface="DejaVu Sans"/>
                <a:cs typeface="DejaVu Sans"/>
              </a:rPr>
              <a:t>Implemented and checked</a:t>
            </a:r>
          </a:p>
        </p:txBody>
      </p:sp>
      <p:sp>
        <p:nvSpPr>
          <p:cNvPr id="19" name="">
            <a:extLst xmlns:a="http://schemas.openxmlformats.org/drawingml/2006/main">
              <a:ext uri="{FF2B5EF4-FFF2-40B4-BE49-F238E27FC236}">
                <a16:creationId xmlns:a16="http://schemas.microsoft.com/office/drawing/2014/main" id="{E2CF10DF-F3D5-4958-B9D5-9B8DFCC76AC9}"/>
              </a:ext>
            </a:extLst>
          </p:cNvPr>
          <p:cNvSpPr>
            <a:spLocks xmlns:a="http://schemas.openxmlformats.org/drawingml/2006/main" noGrp="1"/>
          </p:cNvSpPr>
          <p:nvPr/>
        </p:nvSpPr>
        <p:spPr>
          <a:xfrm xmlns:a="http://schemas.openxmlformats.org/drawingml/2006/main">
            <a:off x="6543675" y="3419475"/>
            <a:ext cx="48291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647583"/>
                </a:solidFill>
                <a:latin typeface="DejaVu Sans"/>
                <a:ea typeface="DejaVu Sans"/>
                <a:cs typeface="DejaVu Sans"/>
              </a:defRPr>
            </a:defPPr>
          </a:lstStyle>
          <a:p xmlns:a="http://schemas.openxmlformats.org/drawingml/2006/main">
            <a:pPr>
              <a:defRPr sz="1500" b="0">
                <a:solidFill>
                  <a:srgbClr val="647583"/>
                </a:solidFill>
                <a:latin typeface="DejaVu Sans"/>
                <a:ea typeface="DejaVu Sans"/>
                <a:cs typeface="DejaVu Sans"/>
              </a:defRPr>
            </a:pPr>
            <a:r>
              <a:rPr sz="1500" b="0">
                <a:solidFill>
                  <a:srgbClr val="647583"/>
                </a:solidFill>
                <a:latin typeface="DejaVu Sans"/>
                <a:ea typeface="DejaVu Sans"/>
                <a:cs typeface="DejaVu Sans"/>
              </a:rPr>
              <a:t>Scoring, validation, safe retries, persistence and deletion.</a:t>
            </a:r>
          </a:p>
        </p:txBody>
      </p:sp>
      <p:sp>
        <p:nvSpPr>
          <p:cNvPr id="20" name="">
            <a:extLst xmlns:a="http://schemas.openxmlformats.org/drawingml/2006/main">
              <a:ext uri="{FF2B5EF4-FFF2-40B4-BE49-F238E27FC236}">
                <a16:creationId xmlns:a16="http://schemas.microsoft.com/office/drawing/2014/main" id="{0EF2DB75-0925-4E7C-B4F2-AD34F743C326}"/>
              </a:ext>
            </a:extLst>
          </p:cNvPr>
          <p:cNvSpPr>
            <a:spLocks xmlns:a="http://schemas.openxmlformats.org/drawingml/2006/main" noGrp="1"/>
          </p:cNvSpPr>
          <p:nvPr/>
        </p:nvSpPr>
        <p:spPr>
          <a:xfrm xmlns:a="http://schemas.openxmlformats.org/drawingml/2006/main">
            <a:off x="6543675" y="4171950"/>
            <a:ext cx="490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92E41"/>
                </a:solidFill>
                <a:latin typeface="DejaVu Sans"/>
                <a:ea typeface="DejaVu Sans"/>
                <a:cs typeface="DejaVu Sans"/>
              </a:defRPr>
            </a:defPPr>
          </a:lstStyle>
          <a:p xmlns:a="http://schemas.openxmlformats.org/drawingml/2006/main">
            <a:pPr>
              <a:defRPr sz="1725" b="1">
                <a:solidFill>
                  <a:srgbClr val="192E41"/>
                </a:solidFill>
                <a:latin typeface="DejaVu Sans"/>
                <a:ea typeface="DejaVu Sans"/>
                <a:cs typeface="DejaVu Sans"/>
              </a:defRPr>
            </a:pPr>
            <a:r>
              <a:rPr sz="1725" b="1">
                <a:solidFill>
                  <a:srgbClr val="192E41"/>
                </a:solidFill>
                <a:latin typeface="DejaVu Sans"/>
                <a:ea typeface="DejaVu Sans"/>
                <a:cs typeface="DejaVu Sans"/>
              </a:rPr>
              <a:t>Current scope</a:t>
            </a:r>
          </a:p>
        </p:txBody>
      </p:sp>
      <p:sp>
        <p:nvSpPr>
          <p:cNvPr id="21" name="">
            <a:extLst xmlns:a="http://schemas.openxmlformats.org/drawingml/2006/main">
              <a:ext uri="{FF2B5EF4-FFF2-40B4-BE49-F238E27FC236}">
                <a16:creationId xmlns:a16="http://schemas.microsoft.com/office/drawing/2014/main" id="{EA6DC866-4E7E-4F6B-85A1-27DBBC19F482}"/>
              </a:ext>
            </a:extLst>
          </p:cNvPr>
          <p:cNvSpPr>
            <a:spLocks xmlns:a="http://schemas.openxmlformats.org/drawingml/2006/main" noGrp="1"/>
          </p:cNvSpPr>
          <p:nvPr/>
        </p:nvSpPr>
        <p:spPr>
          <a:xfrm xmlns:a="http://schemas.openxmlformats.org/drawingml/2006/main">
            <a:off x="6543675" y="4552950"/>
            <a:ext cx="48291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647583"/>
                </a:solidFill>
                <a:latin typeface="DejaVu Sans"/>
                <a:ea typeface="DejaVu Sans"/>
                <a:cs typeface="DejaVu Sans"/>
              </a:defRPr>
            </a:defPPr>
          </a:lstStyle>
          <a:p xmlns:a="http://schemas.openxmlformats.org/drawingml/2006/main">
            <a:pPr>
              <a:defRPr sz="1425" b="0">
                <a:solidFill>
                  <a:srgbClr val="647583"/>
                </a:solidFill>
                <a:latin typeface="DejaVu Sans"/>
                <a:ea typeface="DejaVu Sans"/>
                <a:cs typeface="DejaVu Sans"/>
              </a:defRPr>
            </a:pPr>
            <a:r>
              <a:rPr sz="1425" b="0">
                <a:solidFill>
                  <a:srgbClr val="647583"/>
                </a:solidFill>
                <a:latin typeface="DejaVu Sans"/>
                <a:ea typeface="DejaVu Sans"/>
                <a:cs typeface="DejaVu Sans"/>
              </a:rPr>
              <a:t>Local single-user app; rule-based feedback. UI and speech need local verification.</a:t>
            </a:r>
          </a:p>
        </p:txBody>
      </p:sp>
      <p:sp>
        <p:nvSpPr>
          <p:cNvPr id="22" name="">
            <a:extLst xmlns:a="http://schemas.openxmlformats.org/drawingml/2006/main">
              <a:ext uri="{FF2B5EF4-FFF2-40B4-BE49-F238E27FC236}">
                <a16:creationId xmlns:a16="http://schemas.microsoft.com/office/drawing/2014/main" id="{B8EA5C93-232D-47FC-919E-93482D98E650}"/>
              </a:ext>
            </a:extLst>
          </p:cNvPr>
          <p:cNvSpPr>
            <a:spLocks xmlns:a="http://schemas.openxmlformats.org/drawingml/2006/main" noGrp="1"/>
          </p:cNvSpPr>
          <p:nvPr/>
        </p:nvSpPr>
        <p:spPr>
          <a:xfrm xmlns:a="http://schemas.openxmlformats.org/drawingml/2006/main">
            <a:off x="6543675" y="5514975"/>
            <a:ext cx="48291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2566B0"/>
                </a:solidFill>
                <a:latin typeface="DejaVu Sans"/>
                <a:ea typeface="DejaVu Sans"/>
                <a:cs typeface="DejaVu Sans"/>
              </a:defRPr>
            </a:defPPr>
          </a:lstStyle>
          <a:p xmlns:a="http://schemas.openxmlformats.org/drawingml/2006/main">
            <a:pPr>
              <a:defRPr sz="1425" b="1">
                <a:solidFill>
                  <a:srgbClr val="2566B0"/>
                </a:solidFill>
                <a:latin typeface="DejaVu Sans"/>
                <a:ea typeface="DejaVu Sans"/>
                <a:cs typeface="DejaVu Sans"/>
              </a:defRPr>
            </a:pPr>
            <a:r>
              <a:rPr sz="1425" b="1">
                <a:solidFill>
                  <a:srgbClr val="2566B0"/>
                </a:solidFill>
                <a:latin typeface="DejaVu Sans"/>
                <a:ea typeface="DejaVu Sans"/>
                <a:cs typeface="DejaVu Sans"/>
              </a:rPr>
              <a:t>Next: semantic AI, login and database</a:t>
            </a:r>
          </a:p>
        </p:txBody>
      </p:sp>
    </p:spTree>
    <p:extLst>
      <p:ext uri="{BB962C8B-B14F-4D97-AF65-F5344CB8AC3E}">
        <p14:creationId xmlns:p14="http://schemas.microsoft.com/office/powerpoint/2010/main" val="1992063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2026-10-11T10:11:10.7250000Z</dcterms:created>
  <dcterms:modified xsi:type="dcterms:W3CDTF">2026-10-11T10:11:10.7250000Z</dcterms:modified>
</coreProperties>
</file>